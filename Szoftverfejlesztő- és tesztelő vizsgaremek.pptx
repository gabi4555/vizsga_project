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1860" y="-2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2652331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711260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488066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873652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201792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481938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224844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97509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2339674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2554071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="" xmlns:p14="http://schemas.microsoft.com/office/powerpoint/2010/main" val="17549910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857741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="" xmlns:p14="http://schemas.microsoft.com/office/powerpoint/2010/main" val="13417170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649406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174970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3017387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B2A62-5D5B-40FD-A574-BFE5DD367BE5}" type="datetimeFigureOut">
              <a:rPr lang="hu-HU" smtClean="0"/>
              <a:pPr/>
              <a:t>2026. 04. 21.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3DFB246-903F-4E0C-B369-33CA455F630D}" type="slidenum">
              <a:rPr lang="hu-HU" smtClean="0"/>
              <a:pPr/>
              <a:t>‹#›</a:t>
            </a:fld>
            <a:endParaRPr lang="hu-HU"/>
          </a:p>
        </p:txBody>
      </p:sp>
    </p:spTree>
    <p:extLst>
      <p:ext uri="{BB962C8B-B14F-4D97-AF65-F5344CB8AC3E}">
        <p14:creationId xmlns="" xmlns:p14="http://schemas.microsoft.com/office/powerpoint/2010/main" val="677202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Szoftverfejlesztő- és tesztelő vizsgaremek</a:t>
            </a:r>
            <a:br>
              <a:rPr lang="hu-HU" dirty="0"/>
            </a:br>
            <a:r>
              <a:rPr lang="hu-HU" dirty="0"/>
              <a:t>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Fuglovics Konor, </a:t>
            </a:r>
            <a:r>
              <a:rPr lang="hu-HU" dirty="0" err="1"/>
              <a:t>Uivárosi</a:t>
            </a:r>
            <a:r>
              <a:rPr lang="hu-HU" dirty="0"/>
              <a:t> Katona Gábriel, </a:t>
            </a:r>
            <a:r>
              <a:rPr lang="hu-HU" dirty="0" err="1"/>
              <a:t>Kiss-Fodor</a:t>
            </a:r>
            <a:r>
              <a:rPr lang="hu-HU" dirty="0"/>
              <a:t> Zsombor, </a:t>
            </a:r>
            <a:r>
              <a:rPr lang="hu-HU" dirty="0" err="1"/>
              <a:t>Szöllősy</a:t>
            </a:r>
            <a:r>
              <a:rPr lang="hu-HU" dirty="0"/>
              <a:t> Marcell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Uivárosi Katona Gábriel: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Nekem az </a:t>
            </a:r>
            <a:r>
              <a:rPr lang="hu-HU" dirty="0" smtClean="0"/>
              <a:t>adatbázist és a backend-et kellet létrehoznom.</a:t>
            </a:r>
            <a:endParaRPr lang="hu-H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Szöllősy Marcell: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Nekem az adatokat kellet összegyűjtenem.</a:t>
            </a:r>
          </a:p>
          <a:p>
            <a:r>
              <a:rPr lang="hu-HU" dirty="0"/>
              <a:t>Az adatokat egy szöveges fájlban gyűjtöttem össze, elrendezve.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Fuglovics Konor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Az én feladatom a prezentáció elkészítése volt a projekthez, és back endben megcsinálni az ár rendszert.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Kiss- Fodor Zsombor: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Én csináltam meg a </a:t>
            </a:r>
            <a:r>
              <a:rPr lang="hu-HU" dirty="0" smtClean="0"/>
              <a:t>frontendet és a weboldal dizájnt.</a:t>
            </a:r>
            <a:endParaRPr lang="hu-HU" dirty="0"/>
          </a:p>
          <a:p>
            <a:r>
              <a:rPr lang="hu-HU" dirty="0"/>
              <a:t>Bootstrap-et</a:t>
            </a:r>
            <a:r>
              <a:rPr lang="en-US" dirty="0"/>
              <a:t> </a:t>
            </a:r>
            <a:r>
              <a:rPr lang="en-US" dirty="0" err="1"/>
              <a:t>használtam</a:t>
            </a:r>
            <a:r>
              <a:rPr lang="hu-HU" dirty="0"/>
              <a:t>, hogy reszponzív legyen a weboldal.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Prezentáció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Bemutatjuk a </a:t>
            </a:r>
            <a:r>
              <a:rPr lang="hu-HU" dirty="0" err="1" smtClean="0"/>
              <a:t>Third</a:t>
            </a:r>
            <a:r>
              <a:rPr lang="hu-HU" dirty="0" smtClean="0"/>
              <a:t> </a:t>
            </a:r>
            <a:r>
              <a:rPr lang="hu-HU" dirty="0" err="1" smtClean="0"/>
              <a:t>Gear</a:t>
            </a:r>
            <a:r>
              <a:rPr lang="hu-HU" dirty="0" smtClean="0"/>
              <a:t> nevű </a:t>
            </a:r>
            <a:r>
              <a:rPr lang="hu-HU" dirty="0" err="1"/>
              <a:t>webshopot</a:t>
            </a:r>
            <a:r>
              <a:rPr lang="hu-HU" dirty="0"/>
              <a:t>.</a:t>
            </a:r>
          </a:p>
          <a:p>
            <a:r>
              <a:rPr lang="hu-HU" dirty="0"/>
              <a:t>Egy weboldal, ahol </a:t>
            </a:r>
            <a:r>
              <a:rPr lang="hu-HU" dirty="0" smtClean="0"/>
              <a:t>járműveket lehet vásárolni, egyszerűen és hatékonyan.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Az oldal tuajdonságai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regisztrálni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fizetés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Nagy </a:t>
            </a:r>
            <a:r>
              <a:rPr lang="en-US" dirty="0" err="1" smtClean="0"/>
              <a:t>választék</a:t>
            </a:r>
            <a:endParaRPr lang="en-US" dirty="0" smtClean="0"/>
          </a:p>
          <a:p>
            <a:pPr>
              <a:buFontTx/>
              <a:buChar char="-"/>
            </a:pPr>
            <a:r>
              <a:rPr lang="en-US" dirty="0" err="1" smtClean="0"/>
              <a:t>Felhasználó-barát</a:t>
            </a:r>
            <a:endParaRPr lang="hu-H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 err="1"/>
              <a:t>Használt</a:t>
            </a:r>
            <a:r>
              <a:rPr lang="en-US" sz="3600" dirty="0"/>
              <a:t> </a:t>
            </a:r>
            <a:r>
              <a:rPr lang="en-US" sz="3600" dirty="0" err="1"/>
              <a:t>alkalmazások</a:t>
            </a:r>
            <a:r>
              <a:rPr lang="en-US" sz="3600" dirty="0"/>
              <a:t>/</a:t>
            </a:r>
            <a:r>
              <a:rPr lang="en-US" sz="3600" dirty="0" err="1"/>
              <a:t>programnyelvek</a:t>
            </a:r>
            <a:endParaRPr lang="hu-H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HTML, CSS, JavaScript –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elkészítése</a:t>
            </a:r>
            <a:endParaRPr lang="en-US" dirty="0"/>
          </a:p>
          <a:p>
            <a:r>
              <a:rPr lang="en-US" dirty="0"/>
              <a:t>PHP, Apache – </a:t>
            </a:r>
            <a:r>
              <a:rPr lang="en-US" dirty="0" err="1"/>
              <a:t>Adatbázis</a:t>
            </a:r>
            <a:r>
              <a:rPr lang="en-US" dirty="0"/>
              <a:t> </a:t>
            </a:r>
            <a:r>
              <a:rPr lang="en-US" dirty="0" err="1"/>
              <a:t>létrehozása</a:t>
            </a:r>
            <a:r>
              <a:rPr lang="en-US" dirty="0"/>
              <a:t>, </a:t>
            </a:r>
            <a:r>
              <a:rPr lang="en-US" dirty="0" err="1"/>
              <a:t>valamint</a:t>
            </a:r>
            <a:r>
              <a:rPr lang="en-US" dirty="0"/>
              <a:t> a </a:t>
            </a:r>
            <a:r>
              <a:rPr lang="en-US" dirty="0" err="1"/>
              <a:t>kigyűjtött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 </a:t>
            </a:r>
            <a:r>
              <a:rPr lang="en-US" dirty="0" err="1"/>
              <a:t>eltárolása</a:t>
            </a:r>
            <a:endParaRPr lang="en-US" dirty="0"/>
          </a:p>
          <a:p>
            <a:r>
              <a:rPr lang="en-US" dirty="0"/>
              <a:t>Bootstrap –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dizájn</a:t>
            </a:r>
            <a:endParaRPr lang="en-US" dirty="0"/>
          </a:p>
          <a:p>
            <a:endParaRPr lang="hu-H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Kezelőfelület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1. </a:t>
            </a:r>
            <a:r>
              <a:rPr lang="en-US" dirty="0" err="1"/>
              <a:t>Fejléc</a:t>
            </a:r>
            <a:endParaRPr lang="en-US" dirty="0"/>
          </a:p>
          <a:p>
            <a:pPr lvl="1"/>
            <a:r>
              <a:rPr lang="en-US" dirty="0" err="1"/>
              <a:t>Keresés</a:t>
            </a:r>
            <a:r>
              <a:rPr lang="en-US" dirty="0"/>
              <a:t> </a:t>
            </a:r>
            <a:r>
              <a:rPr lang="en-US" dirty="0" err="1"/>
              <a:t>funkció</a:t>
            </a:r>
            <a:endParaRPr lang="en-US" dirty="0"/>
          </a:p>
          <a:p>
            <a:pPr lvl="1"/>
            <a:r>
              <a:rPr lang="en-US" dirty="0" err="1"/>
              <a:t>Menük</a:t>
            </a:r>
            <a:r>
              <a:rPr lang="en-US" dirty="0"/>
              <a:t> (</a:t>
            </a:r>
            <a:r>
              <a:rPr lang="en-US" dirty="0" err="1"/>
              <a:t>Kezdőlap</a:t>
            </a:r>
            <a:r>
              <a:rPr lang="en-US" dirty="0"/>
              <a:t>, </a:t>
            </a:r>
            <a:r>
              <a:rPr lang="en-US" dirty="0" err="1"/>
              <a:t>kategóriák</a:t>
            </a:r>
            <a:r>
              <a:rPr lang="en-US" dirty="0"/>
              <a:t>, </a:t>
            </a:r>
            <a:r>
              <a:rPr lang="en-US" dirty="0" err="1"/>
              <a:t>rólunk</a:t>
            </a:r>
            <a:r>
              <a:rPr lang="en-US" dirty="0" smtClean="0"/>
              <a:t>)</a:t>
            </a:r>
          </a:p>
          <a:p>
            <a:pPr lvl="1"/>
            <a:r>
              <a:rPr lang="en-US" dirty="0" err="1" smtClean="0"/>
              <a:t>Jármű</a:t>
            </a:r>
            <a:r>
              <a:rPr lang="en-US" dirty="0" smtClean="0"/>
              <a:t> </a:t>
            </a:r>
            <a:r>
              <a:rPr lang="en-US" dirty="0" err="1" smtClean="0"/>
              <a:t>ajánlások</a:t>
            </a:r>
            <a:endParaRPr lang="en-US" dirty="0" smtClean="0"/>
          </a:p>
          <a:p>
            <a:pPr lvl="2"/>
            <a:r>
              <a:rPr lang="en-US" smtClean="0"/>
              <a:t>Véletlenszerű</a:t>
            </a:r>
            <a:endParaRPr lang="en-US" dirty="0"/>
          </a:p>
          <a:p>
            <a:r>
              <a:rPr lang="hu-HU" dirty="0"/>
              <a:t>2. </a:t>
            </a:r>
            <a:r>
              <a:rPr lang="en-US" dirty="0" err="1" smtClean="0"/>
              <a:t>Termék</a:t>
            </a:r>
            <a:r>
              <a:rPr lang="en-US" dirty="0" smtClean="0"/>
              <a:t> </a:t>
            </a:r>
            <a:r>
              <a:rPr lang="en-US" dirty="0" err="1" smtClean="0"/>
              <a:t>oldalak</a:t>
            </a:r>
            <a:endParaRPr lang="en-US" dirty="0"/>
          </a:p>
          <a:p>
            <a:pPr lvl="1"/>
            <a:r>
              <a:rPr lang="en-US" dirty="0" err="1" smtClean="0"/>
              <a:t>Járműkategóriák</a:t>
            </a:r>
            <a:endParaRPr lang="en-US" dirty="0"/>
          </a:p>
          <a:p>
            <a:pPr lvl="2"/>
            <a:r>
              <a:rPr lang="en-US" dirty="0" err="1" smtClean="0"/>
              <a:t>Sok</a:t>
            </a:r>
            <a:r>
              <a:rPr lang="en-US" dirty="0" smtClean="0"/>
              <a:t> </a:t>
            </a:r>
            <a:r>
              <a:rPr lang="en-US" dirty="0" err="1" smtClean="0"/>
              <a:t>fajta</a:t>
            </a:r>
            <a:r>
              <a:rPr lang="en-US" dirty="0" smtClean="0"/>
              <a:t> </a:t>
            </a:r>
            <a:r>
              <a:rPr lang="en-US" dirty="0" err="1" smtClean="0"/>
              <a:t>járművekből</a:t>
            </a:r>
            <a:r>
              <a:rPr lang="en-US" dirty="0" smtClean="0"/>
              <a:t> </a:t>
            </a:r>
            <a:r>
              <a:rPr lang="en-US" dirty="0" err="1" smtClean="0"/>
              <a:t>lehet</a:t>
            </a:r>
            <a:r>
              <a:rPr lang="en-US" dirty="0" smtClean="0"/>
              <a:t> </a:t>
            </a:r>
            <a:r>
              <a:rPr lang="en-US" dirty="0" err="1" smtClean="0"/>
              <a:t>választani</a:t>
            </a:r>
            <a:endParaRPr lang="en-US" dirty="0"/>
          </a:p>
          <a:p>
            <a:pPr lvl="1"/>
            <a:r>
              <a:rPr lang="en-US" dirty="0" err="1" smtClean="0"/>
              <a:t>Jármű</a:t>
            </a:r>
            <a:r>
              <a:rPr lang="en-US" dirty="0" smtClean="0"/>
              <a:t> </a:t>
            </a:r>
            <a:r>
              <a:rPr lang="en-US" dirty="0" err="1" smtClean="0"/>
              <a:t>keresési</a:t>
            </a:r>
            <a:r>
              <a:rPr lang="en-US" dirty="0" smtClean="0"/>
              <a:t> </a:t>
            </a:r>
            <a:r>
              <a:rPr lang="en-US" dirty="0" err="1" smtClean="0"/>
              <a:t>eredmények</a:t>
            </a:r>
            <a:endParaRPr lang="en-US" dirty="0" smtClean="0"/>
          </a:p>
          <a:p>
            <a:pPr lvl="1"/>
            <a:r>
              <a:rPr lang="en-US" dirty="0" err="1" smtClean="0"/>
              <a:t>Járművek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Kezelőfelület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3. </a:t>
            </a:r>
            <a:r>
              <a:rPr lang="en-US" dirty="0" err="1" smtClean="0"/>
              <a:t>Kosár</a:t>
            </a:r>
            <a:endParaRPr lang="en-US" dirty="0"/>
          </a:p>
          <a:p>
            <a:pPr marL="742950" lvl="2" indent="-342900"/>
            <a:r>
              <a:rPr lang="en-US" dirty="0" err="1" smtClean="0"/>
              <a:t>Hatékony</a:t>
            </a:r>
            <a:r>
              <a:rPr lang="en-US" dirty="0" smtClean="0"/>
              <a:t> </a:t>
            </a:r>
            <a:r>
              <a:rPr lang="en-US" dirty="0" err="1" smtClean="0"/>
              <a:t>kosár</a:t>
            </a:r>
            <a:r>
              <a:rPr lang="en-US" dirty="0" smtClean="0"/>
              <a:t> </a:t>
            </a:r>
            <a:r>
              <a:rPr lang="en-US" dirty="0" err="1" smtClean="0"/>
              <a:t>rendszer</a:t>
            </a:r>
            <a:endParaRPr lang="en-US" dirty="0"/>
          </a:p>
          <a:p>
            <a:pPr marL="342900" lvl="1" indent="-342900">
              <a:buFont typeface="Arial" pitchFamily="34" charset="0"/>
              <a:buChar char="•"/>
            </a:pPr>
            <a:r>
              <a:rPr lang="en-US" dirty="0"/>
              <a:t>4. </a:t>
            </a:r>
            <a:r>
              <a:rPr lang="en-US" dirty="0" err="1"/>
              <a:t>Lábléc</a:t>
            </a:r>
            <a:endParaRPr lang="en-US" dirty="0"/>
          </a:p>
          <a:p>
            <a:pPr marL="742950" lvl="2" indent="-342900"/>
            <a:r>
              <a:rPr lang="en-US" dirty="0" err="1"/>
              <a:t>Elérhetőségek</a:t>
            </a:r>
            <a:endParaRPr lang="en-US" dirty="0"/>
          </a:p>
          <a:p>
            <a:pPr lvl="1"/>
            <a:endParaRPr lang="hu-HU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Weboldal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weboldalunk</a:t>
            </a:r>
            <a:r>
              <a:rPr lang="en-US" dirty="0"/>
              <a:t> </a:t>
            </a:r>
            <a:r>
              <a:rPr lang="en-US" dirty="0" err="1"/>
              <a:t>rezponzív</a:t>
            </a:r>
            <a:r>
              <a:rPr lang="en-US" dirty="0"/>
              <a:t>, modern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szabványoknak</a:t>
            </a:r>
            <a:r>
              <a:rPr lang="en-US" dirty="0"/>
              <a:t> </a:t>
            </a:r>
            <a:r>
              <a:rPr lang="en-US" dirty="0" err="1"/>
              <a:t>megfelel</a:t>
            </a:r>
            <a:r>
              <a:rPr lang="en-US" dirty="0"/>
              <a:t>, </a:t>
            </a:r>
            <a:r>
              <a:rPr lang="en-US" dirty="0" err="1"/>
              <a:t>így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böngészőkön</a:t>
            </a:r>
            <a:r>
              <a:rPr lang="en-US" dirty="0"/>
              <a:t> </a:t>
            </a:r>
            <a:r>
              <a:rPr lang="en-US" dirty="0" err="1"/>
              <a:t>és</a:t>
            </a:r>
            <a:r>
              <a:rPr lang="en-US" dirty="0"/>
              <a:t> </a:t>
            </a:r>
            <a:r>
              <a:rPr lang="en-US" dirty="0" err="1"/>
              <a:t>telefonokon</a:t>
            </a:r>
            <a:r>
              <a:rPr lang="en-US" dirty="0"/>
              <a:t> is </a:t>
            </a:r>
            <a:r>
              <a:rPr lang="en-US" dirty="0" err="1"/>
              <a:t>működik</a:t>
            </a:r>
            <a:r>
              <a:rPr lang="en-US" dirty="0"/>
              <a:t>.</a:t>
            </a:r>
            <a:endParaRPr lang="hu-HU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Tesztelések</a:t>
            </a:r>
            <a:endParaRPr lang="hu-H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weboldalt</a:t>
            </a:r>
            <a:r>
              <a:rPr lang="en-US" dirty="0"/>
              <a:t> </a:t>
            </a:r>
            <a:r>
              <a:rPr lang="en-US" dirty="0" err="1"/>
              <a:t>többféle</a:t>
            </a:r>
            <a:r>
              <a:rPr lang="en-US" dirty="0"/>
              <a:t> </a:t>
            </a:r>
            <a:r>
              <a:rPr lang="en-US" dirty="0" err="1"/>
              <a:t>böngészőkön</a:t>
            </a:r>
            <a:r>
              <a:rPr lang="en-US" dirty="0"/>
              <a:t> </a:t>
            </a:r>
            <a:r>
              <a:rPr lang="en-US" dirty="0" err="1"/>
              <a:t>teszteltük</a:t>
            </a:r>
            <a:r>
              <a:rPr lang="en-US" dirty="0"/>
              <a:t> (Google Chrome, Opera, Firefox, </a:t>
            </a:r>
            <a:r>
              <a:rPr lang="en-US" dirty="0" err="1"/>
              <a:t>stb</a:t>
            </a:r>
            <a:r>
              <a:rPr lang="en-US"/>
              <a:t>) </a:t>
            </a:r>
            <a:endParaRPr lang="hu-H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E0E4EC"/>
      </a:dk1>
      <a:lt1>
        <a:sysClr val="window" lastClr="191919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131</TotalTime>
  <Words>224</Words>
  <Application>Microsoft Office PowerPoint</Application>
  <PresentationFormat>On-screen Show (4:3)</PresentationFormat>
  <Paragraphs>44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Dimenzió</vt:lpstr>
      <vt:lpstr>Szoftverfejlesztő- és tesztelő vizsgaremek 2026</vt:lpstr>
      <vt:lpstr>Uivárosi Katona Gábriel:</vt:lpstr>
      <vt:lpstr>Szöllősy Marcell:</vt:lpstr>
      <vt:lpstr>Fuglovics Konor</vt:lpstr>
      <vt:lpstr>Kiss- Fodor Zsombor:</vt:lpstr>
      <vt:lpstr>Prezentáció</vt:lpstr>
      <vt:lpstr>Az oldal tuajdonságai</vt:lpstr>
      <vt:lpstr>Használt alkalmazások/programnyelvek</vt:lpstr>
      <vt:lpstr>Kezelőfelület</vt:lpstr>
      <vt:lpstr>Kezelőfelület</vt:lpstr>
      <vt:lpstr>Weboldal</vt:lpstr>
      <vt:lpstr>Tesztelések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Szoftverfejlesztő- és tesztelő vizsgaremek 2026</dc:title>
  <dc:creator>Sound Crafter</dc:creator>
  <cp:lastModifiedBy>Sound Crafter</cp:lastModifiedBy>
  <cp:revision>45</cp:revision>
  <dcterms:created xsi:type="dcterms:W3CDTF">2026-03-25T10:14:55Z</dcterms:created>
  <dcterms:modified xsi:type="dcterms:W3CDTF">2026-04-21T16:58:19Z</dcterms:modified>
</cp:coreProperties>
</file>