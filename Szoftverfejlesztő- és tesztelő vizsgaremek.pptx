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2331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1260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8806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73652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92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81938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484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7509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9674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4071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549910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7741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17170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9406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970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38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7202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Szoftverfejlesztő- és tesztelő vizsgaremek</a:t>
            </a:r>
            <a:br>
              <a:rPr lang="hu-HU" dirty="0"/>
            </a:br>
            <a:r>
              <a:rPr lang="hu-HU" dirty="0"/>
              <a:t>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/>
              <a:t>Fuglovics Konor, Uivárosi Katona Gábriel, Kiss-Fodor Zsombor, Szöllősy Marcell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Uivárosi Katona Gábriel: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Nekem az adatbázist kellet létrehoznom, a csapatársam által összegyűjtött adatokból.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Szöllősy Marcell: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Nekem az adatokat kellet összegyűjtenem.</a:t>
            </a:r>
          </a:p>
          <a:p>
            <a:r>
              <a:rPr lang="hu-HU" dirty="0"/>
              <a:t>Az adatokat egy szöveges fájlban gyűjtöttem össze, elrendezve.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Fuglovics Konor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én feladatom a prezentáció elkészítése volt a projekthez, és back endben megcsinálni az ár rendszert.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Kiss- Fodor Zsombor: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Én csináltam meg a frontendet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hu-HU" dirty="0"/>
              <a:t>.</a:t>
            </a:r>
          </a:p>
          <a:p>
            <a:r>
              <a:rPr lang="hu-HU" dirty="0"/>
              <a:t>Bootstrap-et</a:t>
            </a:r>
            <a:r>
              <a:rPr lang="en-US" dirty="0"/>
              <a:t> </a:t>
            </a:r>
            <a:r>
              <a:rPr lang="en-US" dirty="0" err="1"/>
              <a:t>használtam</a:t>
            </a:r>
            <a:r>
              <a:rPr lang="hu-HU" dirty="0"/>
              <a:t>, hogy reszponzív legyen a weboldal.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Prezentáció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/>
              <a:t>Bemutatjuk a Release the Mags nevű webshopot.</a:t>
            </a:r>
          </a:p>
          <a:p>
            <a:r>
              <a:rPr lang="hu-HU"/>
              <a:t>Egy weboldal, ahol fegyvereket, katonai felszereléseket, járműveket és kellékeket lehet vásárolni.</a:t>
            </a:r>
          </a:p>
          <a:p>
            <a:r>
              <a:rPr lang="hu-HU" b="1">
                <a:solidFill>
                  <a:srgbClr val="C00000"/>
                </a:solidFill>
              </a:rPr>
              <a:t>Fegyvereket csak fegyvertartási engedéllyel lehet vásárolni és ha 18 éves elmúlt!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Az oldal tuajdonságai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regisztrálni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fizetés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Nagy </a:t>
            </a:r>
            <a:r>
              <a:rPr lang="en-US" dirty="0" err="1"/>
              <a:t>választék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kibaszott</a:t>
            </a:r>
            <a:r>
              <a:rPr lang="en-US" dirty="0"/>
              <a:t> </a:t>
            </a:r>
            <a:r>
              <a:rPr lang="en-US"/>
              <a:t>szar</a:t>
            </a:r>
            <a:endParaRPr lang="hu-H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 err="1"/>
              <a:t>Használt</a:t>
            </a:r>
            <a:r>
              <a:rPr lang="en-US" sz="3600" dirty="0"/>
              <a:t> </a:t>
            </a:r>
            <a:r>
              <a:rPr lang="en-US" sz="3600" dirty="0" err="1"/>
              <a:t>alkalmazások</a:t>
            </a:r>
            <a:r>
              <a:rPr lang="en-US" sz="3600" dirty="0"/>
              <a:t>/</a:t>
            </a:r>
            <a:r>
              <a:rPr lang="en-US" sz="3600" dirty="0" err="1"/>
              <a:t>programnyelvek</a:t>
            </a:r>
            <a:endParaRPr lang="hu-H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HTML, CSS, JavaScript –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elkészítése</a:t>
            </a:r>
            <a:endParaRPr lang="en-US" dirty="0"/>
          </a:p>
          <a:p>
            <a:r>
              <a:rPr lang="en-US" dirty="0"/>
              <a:t>PHP, Apache – </a:t>
            </a:r>
            <a:r>
              <a:rPr lang="en-US" dirty="0" err="1"/>
              <a:t>Adatbázis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a </a:t>
            </a:r>
            <a:r>
              <a:rPr lang="en-US" dirty="0" err="1"/>
              <a:t>kigyűjtött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eltárolása</a:t>
            </a:r>
            <a:endParaRPr lang="en-US" dirty="0"/>
          </a:p>
          <a:p>
            <a:r>
              <a:rPr lang="en-US" dirty="0"/>
              <a:t>Bootstrap –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dizájn</a:t>
            </a:r>
            <a:endParaRPr lang="en-US" dirty="0"/>
          </a:p>
          <a:p>
            <a:endParaRPr lang="hu-H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Kezelőfelület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1. </a:t>
            </a:r>
            <a:r>
              <a:rPr lang="en-US" dirty="0" err="1"/>
              <a:t>Fejléc</a:t>
            </a:r>
            <a:endParaRPr lang="en-US" dirty="0"/>
          </a:p>
          <a:p>
            <a:pPr lvl="1"/>
            <a:r>
              <a:rPr lang="en-US" dirty="0" err="1"/>
              <a:t>Keresés</a:t>
            </a:r>
            <a:r>
              <a:rPr lang="en-US" dirty="0"/>
              <a:t> </a:t>
            </a:r>
            <a:r>
              <a:rPr lang="en-US" dirty="0" err="1"/>
              <a:t>funkció</a:t>
            </a:r>
            <a:endParaRPr lang="en-US" dirty="0"/>
          </a:p>
          <a:p>
            <a:pPr lvl="1"/>
            <a:r>
              <a:rPr lang="en-US" dirty="0" err="1"/>
              <a:t>Menük</a:t>
            </a:r>
            <a:r>
              <a:rPr lang="en-US" dirty="0"/>
              <a:t> (</a:t>
            </a:r>
            <a:r>
              <a:rPr lang="en-US" dirty="0" err="1"/>
              <a:t>Kezdőlap</a:t>
            </a:r>
            <a:r>
              <a:rPr lang="en-US" dirty="0"/>
              <a:t>, </a:t>
            </a:r>
            <a:r>
              <a:rPr lang="en-US" dirty="0" err="1"/>
              <a:t>kategóriák</a:t>
            </a:r>
            <a:r>
              <a:rPr lang="en-US" dirty="0"/>
              <a:t>, </a:t>
            </a:r>
            <a:r>
              <a:rPr lang="en-US" dirty="0" err="1"/>
              <a:t>rólunk</a:t>
            </a:r>
            <a:r>
              <a:rPr lang="en-US" dirty="0"/>
              <a:t>)</a:t>
            </a:r>
          </a:p>
          <a:p>
            <a:r>
              <a:rPr lang="hu-HU" dirty="0"/>
              <a:t>2. </a:t>
            </a:r>
            <a:r>
              <a:rPr lang="en-US" dirty="0" err="1"/>
              <a:t>Termékmenü</a:t>
            </a:r>
            <a:endParaRPr lang="en-US" dirty="0"/>
          </a:p>
          <a:p>
            <a:pPr lvl="1"/>
            <a:r>
              <a:rPr lang="en-US" dirty="0" err="1"/>
              <a:t>Fegyverkategóriák</a:t>
            </a:r>
            <a:endParaRPr lang="en-US" dirty="0"/>
          </a:p>
          <a:p>
            <a:pPr lvl="2"/>
            <a:r>
              <a:rPr lang="en-US" dirty="0"/>
              <a:t>5 </a:t>
            </a:r>
            <a:r>
              <a:rPr lang="en-US" dirty="0" err="1"/>
              <a:t>fajta</a:t>
            </a:r>
            <a:r>
              <a:rPr lang="en-US" dirty="0"/>
              <a:t> </a:t>
            </a:r>
            <a:r>
              <a:rPr lang="en-US" dirty="0" err="1"/>
              <a:t>fegyvertípusokból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gránátokból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választani</a:t>
            </a:r>
            <a:endParaRPr lang="en-US" dirty="0"/>
          </a:p>
          <a:p>
            <a:pPr lvl="1"/>
            <a:r>
              <a:rPr lang="en-US" dirty="0" err="1"/>
              <a:t>Fegyverajánlások</a:t>
            </a:r>
            <a:endParaRPr lang="en-US" dirty="0"/>
          </a:p>
          <a:p>
            <a:pPr lvl="2"/>
            <a:r>
              <a:rPr lang="en-US" dirty="0" err="1"/>
              <a:t>Véletlenszerű</a:t>
            </a:r>
            <a:r>
              <a:rPr lang="en-US" dirty="0"/>
              <a:t> </a:t>
            </a:r>
            <a:r>
              <a:rPr lang="en-US" dirty="0" err="1"/>
              <a:t>fegyverek</a:t>
            </a:r>
            <a:r>
              <a:rPr lang="en-US" dirty="0"/>
              <a:t> </a:t>
            </a:r>
            <a:r>
              <a:rPr lang="en-US" dirty="0" err="1"/>
              <a:t>ajánlása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Kezelőfelület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3. Slideshow</a:t>
            </a:r>
          </a:p>
          <a:p>
            <a:pPr marL="742950" lvl="2" indent="-342900"/>
            <a:r>
              <a:rPr lang="en-US" dirty="0" err="1"/>
              <a:t>Képekkel</a:t>
            </a:r>
            <a:r>
              <a:rPr lang="en-US" dirty="0"/>
              <a:t> </a:t>
            </a:r>
            <a:r>
              <a:rPr lang="en-US" dirty="0" err="1"/>
              <a:t>bíztatja</a:t>
            </a:r>
            <a:r>
              <a:rPr lang="en-US" dirty="0"/>
              <a:t> meg a </a:t>
            </a:r>
            <a:r>
              <a:rPr lang="en-US" dirty="0" err="1"/>
              <a:t>vásárlót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dirty="0" err="1"/>
              <a:t>jár</a:t>
            </a:r>
            <a:r>
              <a:rPr lang="en-US" dirty="0"/>
              <a:t>.</a:t>
            </a:r>
          </a:p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4. </a:t>
            </a:r>
            <a:r>
              <a:rPr lang="en-US" dirty="0" err="1"/>
              <a:t>Lábléc</a:t>
            </a:r>
            <a:endParaRPr lang="en-US" dirty="0"/>
          </a:p>
          <a:p>
            <a:pPr marL="742950" lvl="2" indent="-342900"/>
            <a:r>
              <a:rPr lang="en-US" dirty="0" err="1"/>
              <a:t>Elérhetőségek</a:t>
            </a:r>
            <a:endParaRPr lang="en-US" dirty="0"/>
          </a:p>
          <a:p>
            <a:pPr lvl="1"/>
            <a:endParaRPr lang="hu-H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Weboldal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weboldalunk</a:t>
            </a:r>
            <a:r>
              <a:rPr lang="en-US" dirty="0"/>
              <a:t> </a:t>
            </a:r>
            <a:r>
              <a:rPr lang="en-US" dirty="0" err="1"/>
              <a:t>rezponzív</a:t>
            </a:r>
            <a:r>
              <a:rPr lang="en-US" dirty="0"/>
              <a:t>, modern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szabványoknak</a:t>
            </a:r>
            <a:r>
              <a:rPr lang="en-US" dirty="0"/>
              <a:t> </a:t>
            </a:r>
            <a:r>
              <a:rPr lang="en-US" dirty="0" err="1"/>
              <a:t>megfelel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böngészőkön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telefonokon</a:t>
            </a:r>
            <a:r>
              <a:rPr lang="en-US" dirty="0"/>
              <a:t> is </a:t>
            </a:r>
            <a:r>
              <a:rPr lang="en-US" dirty="0" err="1"/>
              <a:t>működik</a:t>
            </a:r>
            <a:r>
              <a:rPr lang="en-US" dirty="0"/>
              <a:t>.</a:t>
            </a:r>
            <a:endParaRPr lang="hu-H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Tesztelések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weboldalt</a:t>
            </a:r>
            <a:r>
              <a:rPr lang="en-US" dirty="0"/>
              <a:t>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böngészőkön</a:t>
            </a:r>
            <a:r>
              <a:rPr lang="en-US" dirty="0"/>
              <a:t> </a:t>
            </a:r>
            <a:r>
              <a:rPr lang="en-US" dirty="0" err="1"/>
              <a:t>teszteltük</a:t>
            </a:r>
            <a:r>
              <a:rPr lang="en-US" dirty="0"/>
              <a:t> (Google Chrome, Opera, Firefox, </a:t>
            </a:r>
            <a:r>
              <a:rPr lang="en-US" dirty="0" err="1"/>
              <a:t>stb</a:t>
            </a:r>
            <a:r>
              <a:rPr lang="en-US"/>
              <a:t>) </a:t>
            </a:r>
            <a:endParaRPr lang="hu-H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114</TotalTime>
  <Words>252</Words>
  <Application>Microsoft Office PowerPoint</Application>
  <PresentationFormat>Diavetítés a képernyőre (4:3 oldalarány)</PresentationFormat>
  <Paragraphs>43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Dimenzió</vt:lpstr>
      <vt:lpstr>Szoftverfejlesztő- és tesztelő vizsgaremek 2026</vt:lpstr>
      <vt:lpstr>Uivárosi Katona Gábriel:</vt:lpstr>
      <vt:lpstr>Szöllősy Marcell:</vt:lpstr>
      <vt:lpstr>Fuglovics Konor</vt:lpstr>
      <vt:lpstr>Kiss- Fodor Zsombor:</vt:lpstr>
      <vt:lpstr>Prezentáció</vt:lpstr>
      <vt:lpstr>Az oldal tuajdonságai</vt:lpstr>
      <vt:lpstr>Használt alkalmazások/programnyelvek</vt:lpstr>
      <vt:lpstr>Kezelőfelület</vt:lpstr>
      <vt:lpstr>Kezelőfelület</vt:lpstr>
      <vt:lpstr>Weboldal</vt:lpstr>
      <vt:lpstr>Tesztelések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Szoftverfejlesztő- és tesztelő vizsgaremek 2026</dc:title>
  <dc:creator>Sound Crafter</dc:creator>
  <cp:lastModifiedBy>Gabriel U.</cp:lastModifiedBy>
  <cp:revision>29</cp:revision>
  <dcterms:created xsi:type="dcterms:W3CDTF">2026-03-25T10:14:55Z</dcterms:created>
  <dcterms:modified xsi:type="dcterms:W3CDTF">2026-04-21T16:13:16Z</dcterms:modified>
</cp:coreProperties>
</file>