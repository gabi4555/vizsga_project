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48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B2A62-5D5B-40FD-A574-BFE5DD367BE5}" type="datetimeFigureOut">
              <a:rPr lang="hu-HU" smtClean="0"/>
              <a:pPr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Szoftverfejlesztő- és tesztelő </a:t>
            </a:r>
            <a:r>
              <a:rPr lang="hu-HU" dirty="0" err="1" smtClean="0"/>
              <a:t>vizsgaremek</a:t>
            </a:r>
            <a:r>
              <a:rPr lang="hu-HU" smtClean="0"/>
              <a:t/>
            </a:r>
            <a:br>
              <a:rPr lang="hu-HU" smtClean="0"/>
            </a:br>
            <a:r>
              <a:rPr lang="hu-HU" smtClean="0"/>
              <a:t>2026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mtClean="0"/>
              <a:t>Fuglovics Konor, Uivárosi Katona Gábriel, Kiss-Fodor Zsombor, Szöllősy Marcell</a:t>
            </a:r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Uivárosi Katona Gábriel: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Nekem az adatbázist kellet létrehoznom, a csapatársam által összegyűjtött adatokból.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Szöllősy Marcell: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Nekem az adatokat kellet összegyűjtenem.</a:t>
            </a:r>
          </a:p>
          <a:p>
            <a:r>
              <a:rPr lang="hu-HU" dirty="0" smtClean="0"/>
              <a:t>Az adatokat egy szöveges fájlban gyűjtöttem össze, elrendezve.</a:t>
            </a:r>
            <a:endParaRPr lang="hu-H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Fuglovics Konor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Az én feladatom a prezentáció elkészítése volt a projekthez, és back endben megcsinálni az ár rendszert.</a:t>
            </a:r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Kiss- Fodor Zsombor: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Én csináltam meg a frontendet</a:t>
            </a:r>
            <a:r>
              <a:rPr lang="en-US" dirty="0" smtClean="0"/>
              <a:t> </a:t>
            </a:r>
            <a:r>
              <a:rPr lang="en-US" dirty="0" err="1" smtClean="0"/>
              <a:t>és</a:t>
            </a:r>
            <a:r>
              <a:rPr lang="en-US" dirty="0" smtClean="0"/>
              <a:t> </a:t>
            </a: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hu-HU" dirty="0" smtClean="0"/>
              <a:t>.</a:t>
            </a:r>
          </a:p>
          <a:p>
            <a:r>
              <a:rPr lang="hu-HU" dirty="0" smtClean="0"/>
              <a:t>Bootstrap-et</a:t>
            </a:r>
            <a:r>
              <a:rPr lang="en-US" dirty="0" smtClean="0"/>
              <a:t> </a:t>
            </a:r>
            <a:r>
              <a:rPr lang="en-US" dirty="0" err="1" smtClean="0"/>
              <a:t>használtam</a:t>
            </a:r>
            <a:r>
              <a:rPr lang="hu-HU" dirty="0" smtClean="0"/>
              <a:t>, hogy reszponzív legyen a weboldal.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Prezentáció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mtClean="0"/>
              <a:t>Bemutatjuk a Release the Mags nevű webshopot.</a:t>
            </a:r>
          </a:p>
          <a:p>
            <a:r>
              <a:rPr lang="hu-HU" smtClean="0"/>
              <a:t>Egy weboldal, ahol fegyvereket, katonai felszereléseket, járműveket és kellékeket lehet vásárolni.</a:t>
            </a:r>
          </a:p>
          <a:p>
            <a:r>
              <a:rPr lang="hu-HU" b="1" smtClean="0">
                <a:solidFill>
                  <a:srgbClr val="C00000"/>
                </a:solidFill>
              </a:rPr>
              <a:t>Fegyvereket csak fegyvertartási engedéllyel lehet vásárolni és ha 18 éves elmúlt!</a:t>
            </a:r>
            <a:endParaRPr lang="hu-HU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Az oldal tuajdonságai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err="1" smtClean="0"/>
              <a:t>Nem</a:t>
            </a:r>
            <a:r>
              <a:rPr lang="en-US" dirty="0" smtClean="0"/>
              <a:t> </a:t>
            </a:r>
            <a:r>
              <a:rPr lang="en-US" dirty="0" err="1" smtClean="0"/>
              <a:t>kell</a:t>
            </a:r>
            <a:r>
              <a:rPr lang="en-US" dirty="0" smtClean="0"/>
              <a:t> </a:t>
            </a:r>
            <a:r>
              <a:rPr lang="en-US" dirty="0" err="1" smtClean="0"/>
              <a:t>regisztrálni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Gyors</a:t>
            </a:r>
            <a:r>
              <a:rPr lang="en-US" dirty="0" smtClean="0"/>
              <a:t> </a:t>
            </a:r>
            <a:r>
              <a:rPr lang="en-US" dirty="0" err="1" smtClean="0"/>
              <a:t>fizetés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Nagy </a:t>
            </a:r>
            <a:r>
              <a:rPr lang="en-US" dirty="0" err="1" smtClean="0"/>
              <a:t>választék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kibaszott</a:t>
            </a:r>
            <a:r>
              <a:rPr lang="en-US" dirty="0" smtClean="0"/>
              <a:t> </a:t>
            </a:r>
            <a:r>
              <a:rPr lang="en-US" smtClean="0"/>
              <a:t>szar</a:t>
            </a:r>
            <a:endParaRPr lang="hu-H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Használt</a:t>
            </a:r>
            <a:r>
              <a:rPr lang="en-US" sz="3600" dirty="0" smtClean="0"/>
              <a:t> </a:t>
            </a:r>
            <a:r>
              <a:rPr lang="en-US" sz="3600" dirty="0" err="1" smtClean="0"/>
              <a:t>alkalmazások</a:t>
            </a:r>
            <a:r>
              <a:rPr lang="en-US" sz="3600" dirty="0" smtClean="0"/>
              <a:t>/</a:t>
            </a:r>
            <a:r>
              <a:rPr lang="en-US" sz="3600" dirty="0" err="1" smtClean="0"/>
              <a:t>programnyelvek</a:t>
            </a:r>
            <a:endParaRPr lang="hu-H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HTML, CSS, JavaScript – </a:t>
            </a:r>
            <a:r>
              <a:rPr lang="en-US" dirty="0" err="1" smtClean="0"/>
              <a:t>Weboldal</a:t>
            </a:r>
            <a:r>
              <a:rPr lang="en-US" dirty="0" smtClean="0"/>
              <a:t> </a:t>
            </a:r>
            <a:r>
              <a:rPr lang="en-US" dirty="0" err="1" smtClean="0"/>
              <a:t>elkészítése</a:t>
            </a:r>
            <a:endParaRPr lang="en-US" dirty="0" smtClean="0"/>
          </a:p>
          <a:p>
            <a:r>
              <a:rPr lang="en-US" dirty="0" smtClean="0"/>
              <a:t>PHP, Apache – </a:t>
            </a:r>
            <a:r>
              <a:rPr lang="en-US" dirty="0" err="1" smtClean="0"/>
              <a:t>Adatbázis</a:t>
            </a:r>
            <a:r>
              <a:rPr lang="en-US" dirty="0" smtClean="0"/>
              <a:t> </a:t>
            </a:r>
            <a:r>
              <a:rPr lang="en-US" dirty="0" err="1" smtClean="0"/>
              <a:t>létrehozása</a:t>
            </a:r>
            <a:r>
              <a:rPr lang="en-US" dirty="0" smtClean="0"/>
              <a:t>, </a:t>
            </a:r>
            <a:r>
              <a:rPr lang="en-US" dirty="0" err="1" smtClean="0"/>
              <a:t>valamint</a:t>
            </a:r>
            <a:r>
              <a:rPr lang="en-US" dirty="0" smtClean="0"/>
              <a:t> a </a:t>
            </a:r>
            <a:r>
              <a:rPr lang="en-US" dirty="0" err="1" smtClean="0"/>
              <a:t>kigyűjtött</a:t>
            </a:r>
            <a:r>
              <a:rPr lang="en-US" dirty="0" smtClean="0"/>
              <a:t> </a:t>
            </a:r>
            <a:r>
              <a:rPr lang="en-US" dirty="0" err="1" smtClean="0"/>
              <a:t>adatok</a:t>
            </a:r>
            <a:r>
              <a:rPr lang="en-US" dirty="0" smtClean="0"/>
              <a:t> </a:t>
            </a:r>
            <a:r>
              <a:rPr lang="en-US" dirty="0" err="1" smtClean="0"/>
              <a:t>eltárolása</a:t>
            </a:r>
            <a:endParaRPr lang="en-US" dirty="0" smtClean="0"/>
          </a:p>
          <a:p>
            <a:r>
              <a:rPr lang="en-US" dirty="0" smtClean="0"/>
              <a:t>Bootstrap – </a:t>
            </a:r>
            <a:r>
              <a:rPr lang="en-US" dirty="0" err="1" smtClean="0"/>
              <a:t>Weboldal</a:t>
            </a:r>
            <a:r>
              <a:rPr lang="en-US" dirty="0" smtClean="0"/>
              <a:t> </a:t>
            </a:r>
            <a:r>
              <a:rPr lang="en-US" dirty="0" err="1" smtClean="0"/>
              <a:t>dizájn</a:t>
            </a:r>
            <a:endParaRPr lang="en-US" dirty="0" smtClean="0"/>
          </a:p>
          <a:p>
            <a:endParaRPr lang="hu-H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Kezelőfelület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</a:t>
            </a:r>
            <a:r>
              <a:rPr lang="en-US" dirty="0" err="1" smtClean="0"/>
              <a:t>Fejléc</a:t>
            </a:r>
            <a:endParaRPr lang="en-US" dirty="0" smtClean="0"/>
          </a:p>
          <a:p>
            <a:pPr lvl="1"/>
            <a:r>
              <a:rPr lang="en-US" dirty="0" err="1" smtClean="0"/>
              <a:t>Keresés</a:t>
            </a:r>
            <a:r>
              <a:rPr lang="en-US" dirty="0" smtClean="0"/>
              <a:t> </a:t>
            </a:r>
            <a:r>
              <a:rPr lang="en-US" dirty="0" err="1" smtClean="0"/>
              <a:t>funkció</a:t>
            </a:r>
            <a:endParaRPr lang="en-US" dirty="0" smtClean="0"/>
          </a:p>
          <a:p>
            <a:pPr lvl="1"/>
            <a:r>
              <a:rPr lang="en-US" dirty="0" err="1" smtClean="0"/>
              <a:t>Menük</a:t>
            </a:r>
            <a:r>
              <a:rPr lang="en-US" dirty="0" smtClean="0"/>
              <a:t> (</a:t>
            </a:r>
            <a:r>
              <a:rPr lang="en-US" dirty="0" err="1" smtClean="0"/>
              <a:t>Kezdőlap</a:t>
            </a:r>
            <a:r>
              <a:rPr lang="en-US" dirty="0" smtClean="0"/>
              <a:t>, </a:t>
            </a:r>
            <a:r>
              <a:rPr lang="en-US" dirty="0" err="1" smtClean="0"/>
              <a:t>kategóriák</a:t>
            </a:r>
            <a:r>
              <a:rPr lang="en-US" dirty="0" smtClean="0"/>
              <a:t>, </a:t>
            </a:r>
            <a:r>
              <a:rPr lang="en-US" dirty="0" err="1" smtClean="0"/>
              <a:t>rólunk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hu-HU" dirty="0" smtClean="0"/>
              <a:t>2</a:t>
            </a:r>
            <a:r>
              <a:rPr lang="hu-HU" dirty="0" smtClean="0"/>
              <a:t>. </a:t>
            </a:r>
            <a:r>
              <a:rPr lang="en-US" dirty="0" err="1" smtClean="0"/>
              <a:t>Termékmenü</a:t>
            </a:r>
            <a:endParaRPr lang="en-US" dirty="0" smtClean="0"/>
          </a:p>
          <a:p>
            <a:pPr lvl="1"/>
            <a:r>
              <a:rPr lang="en-US" dirty="0" err="1" smtClean="0"/>
              <a:t>Fegyverkategóriák</a:t>
            </a:r>
            <a:endParaRPr lang="en-US" dirty="0" smtClean="0"/>
          </a:p>
          <a:p>
            <a:pPr lvl="2"/>
            <a:r>
              <a:rPr lang="en-US" dirty="0" smtClean="0"/>
              <a:t>5 </a:t>
            </a:r>
            <a:r>
              <a:rPr lang="en-US" dirty="0" err="1" smtClean="0"/>
              <a:t>fajta</a:t>
            </a:r>
            <a:r>
              <a:rPr lang="en-US" dirty="0" smtClean="0"/>
              <a:t> </a:t>
            </a:r>
            <a:r>
              <a:rPr lang="en-US" dirty="0" err="1" smtClean="0"/>
              <a:t>fegyvertípusokból</a:t>
            </a:r>
            <a:r>
              <a:rPr lang="en-US" dirty="0" smtClean="0"/>
              <a:t> </a:t>
            </a:r>
            <a:r>
              <a:rPr lang="en-US" dirty="0" err="1" smtClean="0"/>
              <a:t>és</a:t>
            </a:r>
            <a:r>
              <a:rPr lang="en-US" dirty="0" smtClean="0"/>
              <a:t> </a:t>
            </a:r>
            <a:r>
              <a:rPr lang="en-US" dirty="0" err="1" smtClean="0"/>
              <a:t>gránátokból</a:t>
            </a:r>
            <a:r>
              <a:rPr lang="en-US" dirty="0" smtClean="0"/>
              <a:t> </a:t>
            </a:r>
            <a:r>
              <a:rPr lang="en-US" dirty="0" err="1" smtClean="0"/>
              <a:t>lehet</a:t>
            </a:r>
            <a:r>
              <a:rPr lang="en-US" dirty="0" smtClean="0"/>
              <a:t> </a:t>
            </a:r>
            <a:r>
              <a:rPr lang="en-US" dirty="0" err="1" smtClean="0"/>
              <a:t>választani</a:t>
            </a:r>
            <a:endParaRPr lang="en-US" dirty="0" smtClean="0"/>
          </a:p>
          <a:p>
            <a:pPr lvl="1"/>
            <a:r>
              <a:rPr lang="en-US" dirty="0" err="1" smtClean="0"/>
              <a:t>Fegyverajánlások</a:t>
            </a:r>
            <a:endParaRPr lang="en-US" dirty="0" smtClean="0"/>
          </a:p>
          <a:p>
            <a:pPr lvl="2"/>
            <a:r>
              <a:rPr lang="en-US" dirty="0" err="1" smtClean="0"/>
              <a:t>Véletlenszerű</a:t>
            </a:r>
            <a:r>
              <a:rPr lang="en-US" dirty="0" smtClean="0"/>
              <a:t> </a:t>
            </a:r>
            <a:r>
              <a:rPr lang="en-US" dirty="0" err="1" smtClean="0"/>
              <a:t>fegyverek</a:t>
            </a:r>
            <a:r>
              <a:rPr lang="en-US" dirty="0" smtClean="0"/>
              <a:t> </a:t>
            </a:r>
            <a:r>
              <a:rPr lang="en-US" dirty="0" err="1" smtClean="0"/>
              <a:t>ajánlása</a:t>
            </a: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Kezelőfelület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3</a:t>
            </a:r>
            <a:r>
              <a:rPr lang="en-US" dirty="0" smtClean="0"/>
              <a:t>. Slideshow</a:t>
            </a:r>
          </a:p>
          <a:p>
            <a:pPr marL="742950" lvl="2" indent="-342900"/>
            <a:r>
              <a:rPr lang="en-US" dirty="0" err="1" smtClean="0"/>
              <a:t>Képekkel</a:t>
            </a:r>
            <a:r>
              <a:rPr lang="en-US" dirty="0" smtClean="0"/>
              <a:t> </a:t>
            </a:r>
            <a:r>
              <a:rPr lang="en-US" dirty="0" err="1" smtClean="0"/>
              <a:t>bíztatja</a:t>
            </a:r>
            <a:r>
              <a:rPr lang="en-US" dirty="0" smtClean="0"/>
              <a:t> meg a </a:t>
            </a:r>
            <a:r>
              <a:rPr lang="en-US" dirty="0" err="1" smtClean="0"/>
              <a:t>vásárlót</a:t>
            </a:r>
            <a:r>
              <a:rPr lang="en-US" dirty="0" smtClean="0"/>
              <a:t>, </a:t>
            </a:r>
            <a:r>
              <a:rPr lang="en-US" dirty="0" err="1" smtClean="0"/>
              <a:t>hogy</a:t>
            </a:r>
            <a:r>
              <a:rPr lang="en-US" dirty="0" smtClean="0"/>
              <a:t> </a:t>
            </a:r>
            <a:r>
              <a:rPr lang="en-US" dirty="0" err="1" smtClean="0"/>
              <a:t>jó</a:t>
            </a:r>
            <a:r>
              <a:rPr lang="en-US" dirty="0" smtClean="0"/>
              <a:t> </a:t>
            </a:r>
            <a:r>
              <a:rPr lang="en-US" dirty="0" err="1" smtClean="0"/>
              <a:t>helyen</a:t>
            </a:r>
            <a:r>
              <a:rPr lang="en-US" dirty="0" smtClean="0"/>
              <a:t> </a:t>
            </a:r>
            <a:r>
              <a:rPr lang="en-US" dirty="0" err="1" smtClean="0"/>
              <a:t>jár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4. </a:t>
            </a:r>
            <a:r>
              <a:rPr lang="en-US" dirty="0" err="1" smtClean="0"/>
              <a:t>Lábléc</a:t>
            </a:r>
            <a:endParaRPr lang="en-US" dirty="0" smtClean="0"/>
          </a:p>
          <a:p>
            <a:pPr marL="742950" lvl="2" indent="-342900"/>
            <a:r>
              <a:rPr lang="en-US" dirty="0" err="1" smtClean="0"/>
              <a:t>Elérhetőségek</a:t>
            </a:r>
            <a:endParaRPr lang="en-US" dirty="0" smtClean="0"/>
          </a:p>
          <a:p>
            <a:pPr lvl="1"/>
            <a:endParaRPr lang="hu-H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</a:t>
            </a:r>
            <a:r>
              <a:rPr lang="en-US" dirty="0" err="1" smtClean="0"/>
              <a:t>eboldal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weboldalunk</a:t>
            </a:r>
            <a:r>
              <a:rPr lang="en-US" dirty="0" smtClean="0"/>
              <a:t> </a:t>
            </a:r>
            <a:r>
              <a:rPr lang="en-US" dirty="0" err="1" smtClean="0"/>
              <a:t>rezponzív</a:t>
            </a:r>
            <a:r>
              <a:rPr lang="en-US" dirty="0" smtClean="0"/>
              <a:t>, modern </a:t>
            </a:r>
            <a:r>
              <a:rPr lang="en-US" dirty="0" err="1" smtClean="0"/>
              <a:t>böngésző</a:t>
            </a:r>
            <a:r>
              <a:rPr lang="en-US" dirty="0" smtClean="0"/>
              <a:t> </a:t>
            </a:r>
            <a:r>
              <a:rPr lang="en-US" dirty="0" err="1" smtClean="0"/>
              <a:t>szabványoknak</a:t>
            </a:r>
            <a:r>
              <a:rPr lang="en-US" dirty="0" smtClean="0"/>
              <a:t> </a:t>
            </a:r>
            <a:r>
              <a:rPr lang="en-US" dirty="0" err="1" smtClean="0"/>
              <a:t>megfelel</a:t>
            </a:r>
            <a:r>
              <a:rPr lang="en-US" dirty="0" smtClean="0"/>
              <a:t>, </a:t>
            </a:r>
            <a:r>
              <a:rPr lang="en-US" dirty="0" err="1" smtClean="0"/>
              <a:t>így</a:t>
            </a:r>
            <a:r>
              <a:rPr lang="en-US" dirty="0" smtClean="0"/>
              <a:t> </a:t>
            </a:r>
            <a:r>
              <a:rPr lang="en-US" dirty="0" err="1" smtClean="0"/>
              <a:t>különböző</a:t>
            </a:r>
            <a:r>
              <a:rPr lang="en-US" dirty="0" smtClean="0"/>
              <a:t> </a:t>
            </a:r>
            <a:r>
              <a:rPr lang="en-US" dirty="0" err="1" smtClean="0"/>
              <a:t>böngészőkön</a:t>
            </a:r>
            <a:r>
              <a:rPr lang="en-US" dirty="0" smtClean="0"/>
              <a:t> </a:t>
            </a:r>
            <a:r>
              <a:rPr lang="en-US" dirty="0" err="1" smtClean="0"/>
              <a:t>és</a:t>
            </a:r>
            <a:r>
              <a:rPr lang="en-US" dirty="0" smtClean="0"/>
              <a:t> </a:t>
            </a:r>
            <a:r>
              <a:rPr lang="en-US" dirty="0" err="1" smtClean="0"/>
              <a:t>telefonokon</a:t>
            </a:r>
            <a:r>
              <a:rPr lang="en-US" dirty="0" smtClean="0"/>
              <a:t> is </a:t>
            </a:r>
            <a:r>
              <a:rPr lang="en-US" dirty="0" err="1" smtClean="0"/>
              <a:t>működik</a:t>
            </a:r>
            <a:r>
              <a:rPr lang="en-US" dirty="0" smtClean="0"/>
              <a:t>.</a:t>
            </a:r>
            <a:endParaRPr lang="hu-H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Tesztelések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weboldalt</a:t>
            </a:r>
            <a:r>
              <a:rPr lang="en-US" dirty="0" smtClean="0"/>
              <a:t> </a:t>
            </a:r>
            <a:r>
              <a:rPr lang="en-US" dirty="0" err="1" smtClean="0"/>
              <a:t>többféle</a:t>
            </a:r>
            <a:r>
              <a:rPr lang="en-US" dirty="0" smtClean="0"/>
              <a:t> </a:t>
            </a:r>
            <a:r>
              <a:rPr lang="en-US" dirty="0" err="1" smtClean="0"/>
              <a:t>böngészőkön</a:t>
            </a:r>
            <a:r>
              <a:rPr lang="en-US" dirty="0" smtClean="0"/>
              <a:t> </a:t>
            </a:r>
            <a:r>
              <a:rPr lang="en-US" dirty="0" err="1" smtClean="0"/>
              <a:t>teszteltük</a:t>
            </a:r>
            <a:r>
              <a:rPr lang="en-US" dirty="0" smtClean="0"/>
              <a:t> (Google Chrome, Opera, Firefox, </a:t>
            </a:r>
            <a:r>
              <a:rPr lang="en-US" dirty="0" err="1" smtClean="0"/>
              <a:t>stb</a:t>
            </a:r>
            <a:r>
              <a:rPr lang="en-US" smtClean="0"/>
              <a:t>) </a:t>
            </a:r>
            <a:endParaRPr lang="hu-H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248</Words>
  <Application>Microsoft Office PowerPoint</Application>
  <PresentationFormat>On-screen Show (4:3)</PresentationFormat>
  <Paragraphs>43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Szoftverfejlesztő- és tesztelő vizsgaremek 2026</vt:lpstr>
      <vt:lpstr>Uivárosi Katona Gábriel:</vt:lpstr>
      <vt:lpstr>Szöllősy Marcell:</vt:lpstr>
      <vt:lpstr>Fuglovics Konor</vt:lpstr>
      <vt:lpstr>Kiss- Fodor Zsombor:</vt:lpstr>
      <vt:lpstr>Prezentáció</vt:lpstr>
      <vt:lpstr>Az oldal tuajdonságai</vt:lpstr>
      <vt:lpstr>Használt alkalmazások/programnyelvek</vt:lpstr>
      <vt:lpstr>Kezelőfelület</vt:lpstr>
      <vt:lpstr>Kezelőfelület</vt:lpstr>
      <vt:lpstr>Weboldal</vt:lpstr>
      <vt:lpstr>Tesztelések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Szoftverfejlesztő- és tesztelő vizsgaremek 2026</dc:title>
  <dc:creator>Sound Crafter</dc:creator>
  <cp:lastModifiedBy>Sound Crafter</cp:lastModifiedBy>
  <cp:revision>27</cp:revision>
  <dcterms:created xsi:type="dcterms:W3CDTF">2026-03-25T10:14:55Z</dcterms:created>
  <dcterms:modified xsi:type="dcterms:W3CDTF">2026-04-16T11:13:27Z</dcterms:modified>
</cp:coreProperties>
</file>