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EFE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7" d="100"/>
          <a:sy n="77" d="100"/>
        </p:scale>
        <p:origin x="138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26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3411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4692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58379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140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126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714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7705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188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2056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65773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64996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46091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1622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1494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2805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910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Szoftverfejlesztő- és tesztelő vizsgaremek</a:t>
            </a:r>
            <a:br>
              <a:rPr lang="hu-HU" dirty="0"/>
            </a:br>
            <a:r>
              <a:rPr lang="hu-HU" dirty="0"/>
              <a:t>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Konor Fuglovics, Gábriel </a:t>
            </a:r>
            <a:r>
              <a:rPr lang="hu-HU" dirty="0" err="1"/>
              <a:t>Ujvárosi</a:t>
            </a:r>
            <a:r>
              <a:rPr lang="hu-HU" dirty="0"/>
              <a:t> Katona, Zsombor </a:t>
            </a:r>
            <a:r>
              <a:rPr lang="hu-HU" dirty="0" err="1"/>
              <a:t>Kiss-Fodor</a:t>
            </a:r>
            <a:r>
              <a:rPr lang="hu-HU" dirty="0"/>
              <a:t>, Marcell </a:t>
            </a:r>
            <a:r>
              <a:rPr lang="hu-HU" dirty="0" err="1"/>
              <a:t>Szöllősy</a:t>
            </a:r>
            <a:endParaRPr lang="hu-H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Uivárosi Katona Gábriel: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make a database from the collected data from my teammate.</a:t>
            </a:r>
            <a:endParaRPr lang="hu-H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Szöllősy Marcell: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gather data for the project</a:t>
            </a:r>
            <a:endParaRPr lang="hu-HU" dirty="0"/>
          </a:p>
          <a:p>
            <a:r>
              <a:rPr lang="en-US" dirty="0"/>
              <a:t>Then I put all of the data into a text file.</a:t>
            </a:r>
            <a:endParaRPr lang="hu-H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Fuglovics Konor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make this presentation, and give random prices for all products.</a:t>
            </a:r>
            <a:endParaRPr lang="hu-H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Kiss- Fodor Zsombor: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did the frontend for the project.</a:t>
            </a:r>
            <a:endParaRPr lang="hu-HU" dirty="0"/>
          </a:p>
          <a:p>
            <a:r>
              <a:rPr lang="en-US" dirty="0"/>
              <a:t>I used Bootstrap to make sure the website is responsive.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introduce you to our project, Release the </a:t>
            </a:r>
            <a:r>
              <a:rPr lang="en-US" dirty="0" err="1"/>
              <a:t>Mags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website where you can purchase weapons, military armory, vehicles and accessories.</a:t>
            </a:r>
            <a:endParaRPr lang="hu-HU" dirty="0"/>
          </a:p>
          <a:p>
            <a:r>
              <a:rPr lang="en-US" b="1" dirty="0">
                <a:solidFill>
                  <a:srgbClr val="C00000"/>
                </a:solidFill>
              </a:rPr>
              <a:t>You can only buy on this website if you have a federal firearms license and over 18 years of age!</a:t>
            </a:r>
            <a:endParaRPr lang="hu-HU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Az oldal tuajdonságai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No need for registration</a:t>
            </a:r>
          </a:p>
          <a:p>
            <a:pPr>
              <a:buFontTx/>
              <a:buChar char="-"/>
            </a:pPr>
            <a:r>
              <a:rPr lang="en-US" dirty="0"/>
              <a:t>Fast checkout</a:t>
            </a:r>
          </a:p>
          <a:p>
            <a:pPr>
              <a:buFontTx/>
              <a:buChar char="-"/>
            </a:pPr>
            <a:r>
              <a:rPr lang="en-US" dirty="0"/>
              <a:t>Lots of varieties to choose from</a:t>
            </a:r>
          </a:p>
          <a:p>
            <a:pPr>
              <a:buFontTx/>
              <a:buChar char="-"/>
            </a:pPr>
            <a:r>
              <a:rPr lang="en-US" dirty="0">
                <a:solidFill>
                  <a:srgbClr val="FEFEFE"/>
                </a:solidFill>
              </a:rPr>
              <a:t>absolute shit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Used applications/languages</a:t>
            </a:r>
            <a:endParaRPr lang="hu-H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HTML, CSS, JavaScript – For making the website</a:t>
            </a:r>
          </a:p>
          <a:p>
            <a:r>
              <a:rPr lang="en-US" dirty="0"/>
              <a:t>PHP, Apache – For creating the database and storing the data.</a:t>
            </a:r>
          </a:p>
          <a:p>
            <a:r>
              <a:rPr lang="en-US" dirty="0"/>
              <a:t>Bootstrap – </a:t>
            </a:r>
            <a:r>
              <a:rPr lang="en-US"/>
              <a:t>Website design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Header</a:t>
            </a:r>
          </a:p>
          <a:p>
            <a:pPr lvl="1"/>
            <a:r>
              <a:rPr lang="en-US" dirty="0"/>
              <a:t>Search function</a:t>
            </a:r>
          </a:p>
          <a:p>
            <a:pPr lvl="1"/>
            <a:r>
              <a:rPr lang="en-US" dirty="0"/>
              <a:t>Menus (Home, categories, about)</a:t>
            </a:r>
          </a:p>
          <a:p>
            <a:r>
              <a:rPr lang="hu-HU" dirty="0"/>
              <a:t>2. </a:t>
            </a:r>
            <a:r>
              <a:rPr lang="en-US" dirty="0"/>
              <a:t>Product menu</a:t>
            </a:r>
          </a:p>
          <a:p>
            <a:pPr lvl="1"/>
            <a:r>
              <a:rPr lang="en-US" dirty="0"/>
              <a:t>Weapon categories</a:t>
            </a:r>
          </a:p>
          <a:p>
            <a:pPr lvl="2"/>
            <a:r>
              <a:rPr lang="en-US" dirty="0"/>
              <a:t>You can choose from 5 weapon categories and grenades</a:t>
            </a:r>
          </a:p>
          <a:p>
            <a:pPr lvl="1"/>
            <a:r>
              <a:rPr lang="en-US" dirty="0"/>
              <a:t>Weapon recommendations</a:t>
            </a:r>
          </a:p>
          <a:p>
            <a:pPr lvl="2"/>
            <a:r>
              <a:rPr lang="en-US" dirty="0"/>
              <a:t>Random weapon offers</a:t>
            </a:r>
            <a:endParaRPr lang="hu-H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3. Slideshow</a:t>
            </a:r>
          </a:p>
          <a:p>
            <a:pPr marL="742950" lvl="2" indent="-342900"/>
            <a:r>
              <a:rPr lang="en-US" dirty="0" err="1"/>
              <a:t>Képekkel</a:t>
            </a:r>
            <a:r>
              <a:rPr lang="en-US" dirty="0"/>
              <a:t> </a:t>
            </a:r>
            <a:r>
              <a:rPr lang="en-US" dirty="0" err="1"/>
              <a:t>bíztatja</a:t>
            </a:r>
            <a:r>
              <a:rPr lang="en-US" dirty="0"/>
              <a:t> meg a </a:t>
            </a:r>
            <a:r>
              <a:rPr lang="en-US" dirty="0" err="1"/>
              <a:t>vásárlót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jár</a:t>
            </a:r>
            <a:r>
              <a:rPr lang="en-US" dirty="0"/>
              <a:t>.</a:t>
            </a:r>
          </a:p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4. Footer</a:t>
            </a:r>
          </a:p>
          <a:p>
            <a:pPr marL="742950" lvl="2" indent="-342900"/>
            <a:r>
              <a:rPr lang="en-US" dirty="0"/>
              <a:t>Contact </a:t>
            </a:r>
            <a:r>
              <a:rPr lang="en-US"/>
              <a:t>informations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website is responsive, meets the modern browser standards, so that it can work on different browsers and mobile phones.</a:t>
            </a:r>
            <a:endParaRPr lang="hu-H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tested our website on different browsers (Google Chrome, Opera, Firefox</a:t>
            </a:r>
            <a:r>
              <a:rPr lang="en-US"/>
              <a:t>, etc.)</a:t>
            </a:r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101</TotalTime>
  <Words>295</Words>
  <Application>Microsoft Office PowerPoint</Application>
  <PresentationFormat>Diavetítés a képernyőre (4:3 oldalarány)</PresentationFormat>
  <Paragraphs>43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Dimenzió</vt:lpstr>
      <vt:lpstr>Szoftverfejlesztő- és tesztelő vizsgaremek 2026</vt:lpstr>
      <vt:lpstr>Uivárosi Katona Gábriel:</vt:lpstr>
      <vt:lpstr>Szöllősy Marcell:</vt:lpstr>
      <vt:lpstr>Fuglovics Konor</vt:lpstr>
      <vt:lpstr>Kiss- Fodor Zsombor:</vt:lpstr>
      <vt:lpstr>Presentation</vt:lpstr>
      <vt:lpstr>Az oldal tuajdonságai</vt:lpstr>
      <vt:lpstr>Used applications/languages</vt:lpstr>
      <vt:lpstr>Interface</vt:lpstr>
      <vt:lpstr>Interface</vt:lpstr>
      <vt:lpstr>Website</vt:lpstr>
      <vt:lpstr>Testing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Szoftverfejlesztő- és tesztelő vizsgaremek 2026</dc:title>
  <dc:creator>Sound Crafter</dc:creator>
  <cp:lastModifiedBy>Gabriel U.</cp:lastModifiedBy>
  <cp:revision>29</cp:revision>
  <dcterms:created xsi:type="dcterms:W3CDTF">2026-03-25T10:14:55Z</dcterms:created>
  <dcterms:modified xsi:type="dcterms:W3CDTF">2026-04-21T16:15:49Z</dcterms:modified>
</cp:coreProperties>
</file>