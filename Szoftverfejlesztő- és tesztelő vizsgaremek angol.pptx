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E"/>
    <a:srgbClr val="FCFCF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848" y="-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2026. 04. 20.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2026. 04. 20.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2026. 04. 20.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B2A62-5D5B-40FD-A574-BFE5DD367BE5}" type="datetimeFigureOut">
              <a:rPr lang="hu-HU" smtClean="0"/>
              <a:pPr/>
              <a:t>2026. 04. 20.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Szoftverfejlesztő- és tesztelő </a:t>
            </a:r>
            <a:r>
              <a:rPr lang="hu-HU" dirty="0" err="1" smtClean="0"/>
              <a:t>vizsgaremek</a:t>
            </a:r>
            <a:r>
              <a:rPr lang="hu-HU" smtClean="0"/>
              <a:t/>
            </a:r>
            <a:br>
              <a:rPr lang="hu-HU" smtClean="0"/>
            </a:br>
            <a:r>
              <a:rPr lang="hu-HU" smtClean="0"/>
              <a:t>2026</a:t>
            </a:r>
            <a:endParaRPr lang="hu-H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smtClean="0"/>
              <a:t>Konor Fuglovics, Gábriel </a:t>
            </a:r>
            <a:r>
              <a:rPr lang="hu-HU" dirty="0" err="1" smtClean="0"/>
              <a:t>Ujvárosi</a:t>
            </a:r>
            <a:r>
              <a:rPr lang="hu-HU" dirty="0" smtClean="0"/>
              <a:t> Katona, Zsombor </a:t>
            </a:r>
            <a:r>
              <a:rPr lang="hu-HU" dirty="0" err="1" smtClean="0"/>
              <a:t>Kiss-Fodor</a:t>
            </a:r>
            <a:r>
              <a:rPr lang="hu-HU" dirty="0" smtClean="0"/>
              <a:t>, Marcell </a:t>
            </a:r>
            <a:r>
              <a:rPr lang="hu-HU" dirty="0" err="1" smtClean="0"/>
              <a:t>Szöllősy</a:t>
            </a:r>
            <a:endParaRPr lang="hu-H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Uivárosi Katona Gábriel: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My part was to make a database from the collected data from my teammate.</a:t>
            </a:r>
            <a:endParaRPr lang="hu-HU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Szöllősy Marcell: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My part was to gather data for the project</a:t>
            </a:r>
            <a:endParaRPr lang="hu-HU" dirty="0" smtClean="0"/>
          </a:p>
          <a:p>
            <a:r>
              <a:rPr lang="en-US" dirty="0" smtClean="0"/>
              <a:t>Then I put all of the data into a text file.</a:t>
            </a:r>
            <a:endParaRPr lang="hu-H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Fuglovics Konor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My part was to make this presentation, and give random prices for all products.</a:t>
            </a:r>
            <a:endParaRPr lang="hu-H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Kiss- Fodor Zsombor: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 did the frontend for the project.</a:t>
            </a:r>
            <a:endParaRPr lang="hu-HU" dirty="0" smtClean="0"/>
          </a:p>
          <a:p>
            <a:r>
              <a:rPr lang="en-US" dirty="0" smtClean="0"/>
              <a:t>I used Bootstrap to make sure the website is responsive.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Presentation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introduce you to our project, Release the </a:t>
            </a:r>
            <a:r>
              <a:rPr lang="en-US" dirty="0" err="1" smtClean="0"/>
              <a:t>Mags</a:t>
            </a:r>
            <a:r>
              <a:rPr lang="en-US" dirty="0" smtClean="0"/>
              <a:t>.</a:t>
            </a:r>
            <a:endParaRPr lang="hu-HU" dirty="0" smtClean="0"/>
          </a:p>
          <a:p>
            <a:r>
              <a:rPr lang="en-US" dirty="0" smtClean="0"/>
              <a:t>A website where you can purchase weapons, military armory, vehicles and accessories.</a:t>
            </a:r>
            <a:endParaRPr lang="hu-HU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You can only buy on this website if you have a federal firearms license and over 18 years of age!</a:t>
            </a:r>
            <a:endParaRPr lang="hu-HU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Az oldal tuajdonságai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 smtClean="0"/>
              <a:t>No need for registration</a:t>
            </a:r>
          </a:p>
          <a:p>
            <a:pPr>
              <a:buFontTx/>
              <a:buChar char="-"/>
            </a:pPr>
            <a:r>
              <a:rPr lang="en-US" dirty="0" smtClean="0"/>
              <a:t>Fast checkout</a:t>
            </a:r>
          </a:p>
          <a:p>
            <a:pPr>
              <a:buFontTx/>
              <a:buChar char="-"/>
            </a:pPr>
            <a:r>
              <a:rPr lang="en-US" dirty="0" smtClean="0"/>
              <a:t>Lots of varieties to choose from</a:t>
            </a:r>
            <a:endParaRPr lang="en-US" dirty="0"/>
          </a:p>
          <a:p>
            <a:pPr>
              <a:buFontTx/>
              <a:buChar char="-"/>
            </a:pPr>
            <a:r>
              <a:rPr lang="en-US" dirty="0" smtClean="0">
                <a:solidFill>
                  <a:srgbClr val="FEFEFE"/>
                </a:solidFill>
              </a:rPr>
              <a:t>absolute shit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Used applications/languages</a:t>
            </a:r>
            <a:endParaRPr lang="hu-HU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HTML, CSS, JavaScript – For making the website</a:t>
            </a:r>
          </a:p>
          <a:p>
            <a:r>
              <a:rPr lang="en-US" dirty="0" smtClean="0"/>
              <a:t>PHP, Apache – For creating the database and storing the data.</a:t>
            </a:r>
          </a:p>
          <a:p>
            <a:r>
              <a:rPr lang="en-US" dirty="0" smtClean="0"/>
              <a:t>Bootstrap – </a:t>
            </a:r>
            <a:r>
              <a:rPr lang="en-US" smtClean="0"/>
              <a:t>Website design</a:t>
            </a:r>
            <a:endParaRPr lang="en-US" dirty="0" smtClean="0"/>
          </a:p>
          <a:p>
            <a:endParaRPr lang="hu-H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 Header</a:t>
            </a:r>
          </a:p>
          <a:p>
            <a:pPr lvl="1"/>
            <a:r>
              <a:rPr lang="en-US" dirty="0" smtClean="0"/>
              <a:t>Search function</a:t>
            </a:r>
          </a:p>
          <a:p>
            <a:pPr lvl="1"/>
            <a:r>
              <a:rPr lang="en-US" dirty="0" smtClean="0"/>
              <a:t>Menus (Home, categories, about)</a:t>
            </a:r>
          </a:p>
          <a:p>
            <a:r>
              <a:rPr lang="hu-HU" dirty="0" smtClean="0"/>
              <a:t>2. </a:t>
            </a:r>
            <a:r>
              <a:rPr lang="en-US" dirty="0" smtClean="0"/>
              <a:t>Product menu</a:t>
            </a:r>
          </a:p>
          <a:p>
            <a:pPr lvl="1"/>
            <a:r>
              <a:rPr lang="en-US" dirty="0" smtClean="0"/>
              <a:t>Weapon categories</a:t>
            </a:r>
          </a:p>
          <a:p>
            <a:pPr lvl="2"/>
            <a:r>
              <a:rPr lang="en-US" dirty="0" smtClean="0"/>
              <a:t>You can choose from 5 weapon categories and grenades</a:t>
            </a:r>
          </a:p>
          <a:p>
            <a:pPr lvl="1"/>
            <a:r>
              <a:rPr lang="en-US" dirty="0" smtClean="0"/>
              <a:t>Weapon recommendations</a:t>
            </a:r>
          </a:p>
          <a:p>
            <a:pPr lvl="2"/>
            <a:r>
              <a:rPr lang="en-US" dirty="0" smtClean="0"/>
              <a:t>Random weapon offers</a:t>
            </a:r>
            <a:endParaRPr lang="hu-H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dirty="0" smtClean="0"/>
              <a:t>3. Slideshow</a:t>
            </a:r>
          </a:p>
          <a:p>
            <a:pPr marL="742950" lvl="2" indent="-342900"/>
            <a:r>
              <a:rPr lang="en-US" dirty="0" err="1" smtClean="0"/>
              <a:t>Képekkel</a:t>
            </a:r>
            <a:r>
              <a:rPr lang="en-US" dirty="0" smtClean="0"/>
              <a:t> </a:t>
            </a:r>
            <a:r>
              <a:rPr lang="en-US" dirty="0" err="1" smtClean="0"/>
              <a:t>bíztatja</a:t>
            </a:r>
            <a:r>
              <a:rPr lang="en-US" dirty="0" smtClean="0"/>
              <a:t> meg a </a:t>
            </a:r>
            <a:r>
              <a:rPr lang="en-US" dirty="0" err="1" smtClean="0"/>
              <a:t>vásárlót</a:t>
            </a:r>
            <a:r>
              <a:rPr lang="en-US" dirty="0" smtClean="0"/>
              <a:t>, </a:t>
            </a:r>
            <a:r>
              <a:rPr lang="en-US" dirty="0" err="1" smtClean="0"/>
              <a:t>hogy</a:t>
            </a:r>
            <a:r>
              <a:rPr lang="en-US" dirty="0" smtClean="0"/>
              <a:t> </a:t>
            </a:r>
            <a:r>
              <a:rPr lang="en-US" dirty="0" err="1" smtClean="0"/>
              <a:t>jó</a:t>
            </a:r>
            <a:r>
              <a:rPr lang="en-US" dirty="0" smtClean="0"/>
              <a:t> </a:t>
            </a:r>
            <a:r>
              <a:rPr lang="en-US" dirty="0" err="1" smtClean="0"/>
              <a:t>helyen</a:t>
            </a:r>
            <a:r>
              <a:rPr lang="en-US" dirty="0" smtClean="0"/>
              <a:t> </a:t>
            </a:r>
            <a:r>
              <a:rPr lang="en-US" dirty="0" err="1" smtClean="0"/>
              <a:t>jár</a:t>
            </a:r>
            <a:r>
              <a:rPr lang="en-US" dirty="0" smtClean="0"/>
              <a:t>.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 smtClean="0"/>
              <a:t>4. Footer</a:t>
            </a:r>
          </a:p>
          <a:p>
            <a:pPr marL="742950" lvl="2" indent="-342900"/>
            <a:r>
              <a:rPr lang="en-US" dirty="0" smtClean="0"/>
              <a:t>Contact </a:t>
            </a:r>
            <a:r>
              <a:rPr lang="en-US" smtClean="0"/>
              <a:t>informations</a:t>
            </a:r>
            <a:endParaRPr lang="en-US" dirty="0" smtClean="0"/>
          </a:p>
          <a:p>
            <a:endParaRPr lang="hu-H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Website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Our website is responsive, meets the modern browser standards, so that it can work on different browsers and mobile phones.</a:t>
            </a:r>
            <a:endParaRPr lang="hu-H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have tested our website on different browsers (Google Chrome, Opera, Firefox</a:t>
            </a:r>
            <a:r>
              <a:rPr lang="en-US" smtClean="0"/>
              <a:t>, etc.)</a:t>
            </a:r>
            <a:endParaRPr lang="hu-H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291</Words>
  <Application>Microsoft Office PowerPoint</Application>
  <PresentationFormat>On-screen Show (4:3)</PresentationFormat>
  <Paragraphs>43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Szoftverfejlesztő- és tesztelő vizsgaremek 2026</vt:lpstr>
      <vt:lpstr>Uivárosi Katona Gábriel:</vt:lpstr>
      <vt:lpstr>Szöllősy Marcell:</vt:lpstr>
      <vt:lpstr>Fuglovics Konor</vt:lpstr>
      <vt:lpstr>Kiss- Fodor Zsombor:</vt:lpstr>
      <vt:lpstr>Presentation</vt:lpstr>
      <vt:lpstr>Az oldal tuajdonságai</vt:lpstr>
      <vt:lpstr>Used applications/languages</vt:lpstr>
      <vt:lpstr>Interface</vt:lpstr>
      <vt:lpstr>Interface</vt:lpstr>
      <vt:lpstr>Website</vt:lpstr>
      <vt:lpstr>Testing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Szoftverfejlesztő- és tesztelő vizsgaremek 2026</dc:title>
  <dc:creator>Sound Crafter</dc:creator>
  <cp:lastModifiedBy>Sound Crafter</cp:lastModifiedBy>
  <cp:revision>27</cp:revision>
  <dcterms:created xsi:type="dcterms:W3CDTF">2026-03-25T10:14:55Z</dcterms:created>
  <dcterms:modified xsi:type="dcterms:W3CDTF">2026-04-20T06:32:38Z</dcterms:modified>
</cp:coreProperties>
</file>