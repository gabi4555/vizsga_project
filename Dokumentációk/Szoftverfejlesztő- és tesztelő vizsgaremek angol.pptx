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EFE"/>
    <a:srgbClr val="FCFCFC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6" d="100"/>
          <a:sy n="106" d="100"/>
        </p:scale>
        <p:origin x="-168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21926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4293411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4214692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1758379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3721406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2531267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9671492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4037705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3241887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3302056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="" xmlns:p14="http://schemas.microsoft.com/office/powerpoint/2010/main" val="965773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33764996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="" xmlns:p14="http://schemas.microsoft.com/office/powerpoint/2010/main" val="3046091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7916223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38661494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1962805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3189108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Szoftverfejlesztő- és tesztelő vizsgaremek</a:t>
            </a:r>
            <a:br>
              <a:rPr lang="hu-HU" dirty="0"/>
            </a:br>
            <a:r>
              <a:rPr lang="hu-HU" dirty="0"/>
              <a:t>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Konor Fuglovics, Gábriel </a:t>
            </a:r>
            <a:r>
              <a:rPr lang="hu-HU" dirty="0" err="1"/>
              <a:t>Ujvárosi</a:t>
            </a:r>
            <a:r>
              <a:rPr lang="hu-HU" dirty="0"/>
              <a:t> Katona, Zsombor </a:t>
            </a:r>
            <a:r>
              <a:rPr lang="hu-HU" dirty="0" err="1"/>
              <a:t>Kiss-Fodor</a:t>
            </a:r>
            <a:r>
              <a:rPr lang="hu-HU" dirty="0"/>
              <a:t>, Marcell </a:t>
            </a:r>
            <a:r>
              <a:rPr lang="hu-HU" dirty="0" err="1"/>
              <a:t>Szöllősy</a:t>
            </a:r>
            <a:endParaRPr lang="hu-H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Uivárosi Katona Gábriel: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part was to make a database </a:t>
            </a:r>
            <a:r>
              <a:rPr lang="en-US" dirty="0" smtClean="0"/>
              <a:t> and the backend.</a:t>
            </a:r>
            <a:endParaRPr lang="hu-H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Szöllősy Marcell: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part was to gather data for the project</a:t>
            </a:r>
            <a:endParaRPr lang="hu-HU" dirty="0"/>
          </a:p>
          <a:p>
            <a:r>
              <a:rPr lang="en-US" dirty="0"/>
              <a:t>Then I put all of the data into a text file.</a:t>
            </a:r>
            <a:endParaRPr lang="hu-H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Fuglovics Konor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part was to make this presentation, and give random prices for all products.</a:t>
            </a:r>
            <a:endParaRPr lang="hu-H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Kiss- Fodor Zsombor: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did the frontend for the project.</a:t>
            </a:r>
            <a:endParaRPr lang="hu-HU" dirty="0"/>
          </a:p>
          <a:p>
            <a:r>
              <a:rPr lang="en-US" dirty="0"/>
              <a:t>I used Bootstrap to make sure the website is responsive.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Presentation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introduce you to our project, </a:t>
            </a:r>
            <a:r>
              <a:rPr lang="en-US" dirty="0" smtClean="0"/>
              <a:t>Third Gear.</a:t>
            </a:r>
            <a:endParaRPr lang="hu-HU" dirty="0"/>
          </a:p>
          <a:p>
            <a:r>
              <a:rPr lang="en-US" dirty="0"/>
              <a:t>A website where you can purchase </a:t>
            </a:r>
            <a:r>
              <a:rPr lang="en-US" dirty="0" smtClean="0"/>
              <a:t>vehicles.</a:t>
            </a:r>
            <a:endParaRPr lang="hu-HU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Az oldal tuajdonságai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n-US" dirty="0"/>
              <a:t>No need for registration</a:t>
            </a:r>
          </a:p>
          <a:p>
            <a:pPr>
              <a:buFontTx/>
              <a:buChar char="-"/>
            </a:pPr>
            <a:r>
              <a:rPr lang="en-US" dirty="0"/>
              <a:t>Fast checkout</a:t>
            </a:r>
          </a:p>
          <a:p>
            <a:pPr>
              <a:buFontTx/>
              <a:buChar char="-"/>
            </a:pPr>
            <a:r>
              <a:rPr lang="en-US" dirty="0"/>
              <a:t>Lots of varieties to choose </a:t>
            </a:r>
            <a:r>
              <a:rPr lang="en-US" dirty="0" smtClean="0"/>
              <a:t>from</a:t>
            </a:r>
          </a:p>
          <a:p>
            <a:pPr>
              <a:buFontTx/>
              <a:buChar char="-"/>
            </a:pPr>
            <a:r>
              <a:rPr lang="en-US" dirty="0" smtClean="0"/>
              <a:t>User-friendly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Used applications/languages</a:t>
            </a:r>
            <a:endParaRPr lang="hu-HU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HTML, CSS, JavaScript – For making the website</a:t>
            </a:r>
          </a:p>
          <a:p>
            <a:r>
              <a:rPr lang="en-US" dirty="0"/>
              <a:t>PHP, Apache – For creating the database and storing the data.</a:t>
            </a:r>
          </a:p>
          <a:p>
            <a:r>
              <a:rPr lang="en-US" dirty="0"/>
              <a:t>Bootstrap – </a:t>
            </a:r>
            <a:r>
              <a:rPr lang="en-US"/>
              <a:t>Website design</a:t>
            </a:r>
            <a:endParaRPr lang="en-US" dirty="0"/>
          </a:p>
          <a:p>
            <a:endParaRPr lang="hu-H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1. Header</a:t>
            </a:r>
          </a:p>
          <a:p>
            <a:pPr lvl="1"/>
            <a:r>
              <a:rPr lang="en-US" dirty="0"/>
              <a:t>Search function</a:t>
            </a:r>
          </a:p>
          <a:p>
            <a:pPr lvl="1"/>
            <a:r>
              <a:rPr lang="en-US" dirty="0"/>
              <a:t>Menus (Home, categories, about</a:t>
            </a:r>
            <a:r>
              <a:rPr lang="en-US" dirty="0" smtClean="0"/>
              <a:t>)</a:t>
            </a:r>
          </a:p>
          <a:p>
            <a:pPr lvl="1"/>
            <a:r>
              <a:rPr lang="en-US" dirty="0" smtClean="0"/>
              <a:t>Vehicle offers</a:t>
            </a:r>
          </a:p>
          <a:p>
            <a:pPr lvl="2"/>
            <a:r>
              <a:rPr lang="en-US" dirty="0" smtClean="0"/>
              <a:t>Offers are randomized</a:t>
            </a:r>
            <a:endParaRPr lang="en-US" dirty="0"/>
          </a:p>
          <a:p>
            <a:r>
              <a:rPr lang="hu-HU" dirty="0"/>
              <a:t>2. </a:t>
            </a:r>
            <a:r>
              <a:rPr lang="en-US" dirty="0"/>
              <a:t>Product menu</a:t>
            </a:r>
          </a:p>
          <a:p>
            <a:pPr lvl="1"/>
            <a:r>
              <a:rPr lang="en-US" dirty="0" smtClean="0"/>
              <a:t>Vehicle </a:t>
            </a:r>
            <a:r>
              <a:rPr lang="en-US" dirty="0"/>
              <a:t>categories</a:t>
            </a:r>
          </a:p>
          <a:p>
            <a:pPr lvl="2"/>
            <a:r>
              <a:rPr lang="en-US" dirty="0"/>
              <a:t>You can choose from </a:t>
            </a:r>
            <a:r>
              <a:rPr lang="en-US" dirty="0" smtClean="0"/>
              <a:t>lots of vehicles</a:t>
            </a:r>
            <a:endParaRPr lang="en-US" dirty="0"/>
          </a:p>
          <a:p>
            <a:pPr lvl="1"/>
            <a:r>
              <a:rPr lang="en-US" dirty="0" smtClean="0"/>
              <a:t>Vehicle </a:t>
            </a:r>
            <a:r>
              <a:rPr lang="en-US" dirty="0" smtClean="0"/>
              <a:t>search results</a:t>
            </a:r>
          </a:p>
          <a:p>
            <a:pPr lvl="1"/>
            <a:r>
              <a:rPr lang="en-US" smtClean="0"/>
              <a:t>Vehicles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1" indent="-342900">
              <a:buFont typeface="Arial" pitchFamily="34" charset="0"/>
              <a:buChar char="•"/>
            </a:pPr>
            <a:r>
              <a:rPr lang="en-US" dirty="0"/>
              <a:t>3. </a:t>
            </a:r>
            <a:r>
              <a:rPr lang="en-US" dirty="0" smtClean="0"/>
              <a:t>Shopping cart</a:t>
            </a:r>
            <a:endParaRPr lang="en-US" dirty="0"/>
          </a:p>
          <a:p>
            <a:pPr marL="742950" lvl="2" indent="-342900"/>
            <a:r>
              <a:rPr lang="en-US" dirty="0" smtClean="0"/>
              <a:t>Fast and efficient cart system</a:t>
            </a:r>
            <a:endParaRPr lang="en-US" dirty="0"/>
          </a:p>
          <a:p>
            <a:pPr marL="342900" lvl="1" indent="-342900">
              <a:buFont typeface="Arial" pitchFamily="34" charset="0"/>
              <a:buChar char="•"/>
            </a:pPr>
            <a:r>
              <a:rPr lang="en-US" dirty="0"/>
              <a:t>4. </a:t>
            </a:r>
            <a:r>
              <a:rPr lang="en-US" dirty="0" smtClean="0"/>
              <a:t>About</a:t>
            </a:r>
            <a:endParaRPr lang="en-US" dirty="0"/>
          </a:p>
          <a:p>
            <a:pPr marL="742950" lvl="2" indent="-342900"/>
            <a:r>
              <a:rPr lang="en-US" dirty="0"/>
              <a:t>Contact </a:t>
            </a:r>
            <a:r>
              <a:rPr lang="en-US" dirty="0" err="1"/>
              <a:t>informations</a:t>
            </a:r>
            <a:endParaRPr lang="en-US" dirty="0"/>
          </a:p>
          <a:p>
            <a:endParaRPr lang="hu-H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Website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website is responsive, meets the modern browser standards, so that it can work on different browsers and mobile phones.</a:t>
            </a:r>
            <a:endParaRPr lang="hu-HU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tested our website on different browsers (Google Chrome, Opera, Firefox</a:t>
            </a:r>
            <a:r>
              <a:rPr lang="en-US"/>
              <a:t>, etc.)</a:t>
            </a:r>
            <a:endParaRPr lang="hu-H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Dimenzió">
      <a:dk1>
        <a:sysClr val="windowText" lastClr="E0E4EC"/>
      </a:dk1>
      <a:lt1>
        <a:sysClr val="window" lastClr="191919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Dimenzió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menzió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103</TotalTime>
  <Words>254</Words>
  <Application>Microsoft Office PowerPoint</Application>
  <PresentationFormat>On-screen Show (4:3)</PresentationFormat>
  <Paragraphs>44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Dimenzió</vt:lpstr>
      <vt:lpstr>Szoftverfejlesztő- és tesztelő vizsgaremek 2026</vt:lpstr>
      <vt:lpstr>Uivárosi Katona Gábriel:</vt:lpstr>
      <vt:lpstr>Szöllősy Marcell:</vt:lpstr>
      <vt:lpstr>Fuglovics Konor</vt:lpstr>
      <vt:lpstr>Kiss- Fodor Zsombor:</vt:lpstr>
      <vt:lpstr>Presentation</vt:lpstr>
      <vt:lpstr>Az oldal tuajdonságai</vt:lpstr>
      <vt:lpstr>Used applications/languages</vt:lpstr>
      <vt:lpstr>Interface</vt:lpstr>
      <vt:lpstr>Interface</vt:lpstr>
      <vt:lpstr>Website</vt:lpstr>
      <vt:lpstr>Testing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Szoftverfejlesztő- és tesztelő vizsgaremek 2026</dc:title>
  <dc:creator>Sound Crafter</dc:creator>
  <cp:lastModifiedBy>Sound Crafter</cp:lastModifiedBy>
  <cp:revision>34</cp:revision>
  <dcterms:created xsi:type="dcterms:W3CDTF">2026-03-25T10:14:55Z</dcterms:created>
  <dcterms:modified xsi:type="dcterms:W3CDTF">2026-04-21T16:59:09Z</dcterms:modified>
</cp:coreProperties>
</file>