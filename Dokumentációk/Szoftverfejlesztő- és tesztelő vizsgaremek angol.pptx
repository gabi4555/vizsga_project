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5" r:id="rId4"/>
    <p:sldMasterId id="2147483669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6.xml"/><Relationship Id="rId5" Type="http://schemas.openxmlformats.org/officeDocument/2006/relationships/slideMaster" Target="slideMasters/slideMaster17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69457E-565D-4909-9D4A-35FF9670EF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tartalomrés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32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3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34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35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30873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3869280" y="2160720"/>
            <a:ext cx="30873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C31A26-9462-47F9-86B2-906A8F12CD56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Összehasonlítá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49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0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51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52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2161080"/>
            <a:ext cx="30898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2737080"/>
            <a:ext cx="308988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866760" y="2161080"/>
            <a:ext cx="30898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3866760" y="2737080"/>
            <a:ext cx="3089880" cy="33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7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ftr" idx="8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sldNum" idx="9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443B1B-B442-4C49-818F-2EB11ED95E94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sak cí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68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9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70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71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10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11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12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51FC059-8506-41E2-9D38-0FAC4D31B5CE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83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4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85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86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dt" idx="13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14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15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70E5DA-2829-4EE1-B2D8-375876253037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talomrész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97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98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99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00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1498680"/>
            <a:ext cx="2789640" cy="12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3571200" y="514800"/>
            <a:ext cx="3385440" cy="552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609480" y="2777040"/>
            <a:ext cx="2789640" cy="258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16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17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18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0DF3E44-0F22-47B7-A644-BBCB9340187D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ép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14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15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16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17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4800600"/>
            <a:ext cx="634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6347160" cy="384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hu-HU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Kép beszúrásához kattintson az ikonra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09480" y="5367240"/>
            <a:ext cx="6347160" cy="67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dt" idx="19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ftr" idx="20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sldNum" idx="21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AFCAB6-8659-40EC-85AC-BEFD16C39B5D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ím és képaláírá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31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2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33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34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34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4470480"/>
            <a:ext cx="634716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22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23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24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D4F95BA-2FC1-490F-B968-B8A1CDEA5044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dézet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47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8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49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50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74720" y="609480"/>
            <a:ext cx="607140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101240" y="3632040"/>
            <a:ext cx="541908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09480" y="4470480"/>
            <a:ext cx="6347160" cy="157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dt" idx="25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ftr" idx="26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sldNum" idx="27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ED6334-8302-4A22-8252-EB71AE639124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482760" y="79020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6747840" y="288648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évkárty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66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67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68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69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1932120"/>
            <a:ext cx="6347160" cy="25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28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29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30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AE43722-4D1A-4B26-B893-E744E29994C4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évkártya idézet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182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83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84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85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74720" y="609480"/>
            <a:ext cx="607140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09480" y="4013280"/>
            <a:ext cx="634716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dt" idx="31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ftr" idx="32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6"/>
          <p:cNvSpPr>
            <a:spLocks noGrp="1"/>
          </p:cNvSpPr>
          <p:nvPr>
            <p:ph type="sldNum" idx="33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898221-F2B3-405F-8425-54667BF0E504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TextBox 23"/>
          <p:cNvSpPr/>
          <p:nvPr/>
        </p:nvSpPr>
        <p:spPr>
          <a:xfrm>
            <a:off x="482760" y="79020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4"/>
          <p:cNvSpPr/>
          <p:nvPr/>
        </p:nvSpPr>
        <p:spPr>
          <a:xfrm>
            <a:off x="6747840" y="2886480"/>
            <a:ext cx="4564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gaz vagy ham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01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2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03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04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15960" y="609480"/>
            <a:ext cx="6340680" cy="302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4013280"/>
            <a:ext cx="6347160" cy="5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15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4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5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6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39D94B-6697-44A8-B3AB-2A253DDE6D08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Cím és függőleges szöve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18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19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20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21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dt" idx="37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38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sldNum" idx="39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99437B-5030-443D-B519-D33ED83610E9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Függőleges cím és szöve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34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35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36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37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977440" y="609480"/>
            <a:ext cx="97812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5194440" cy="52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Második szint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Harmadik szint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Negyedik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Ötödik szint</a:t>
            </a:r>
            <a:endParaRPr lang="hu-H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dt" idx="40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ftr" idx="41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sldNum" idx="42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EC1CAF5-D25B-497A-9052-E21F610C02EE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zakaszfejlé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50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51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52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53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09480" y="2700720"/>
            <a:ext cx="6347160" cy="182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hu-HU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Mintacím szerkesztése</a:t>
            </a:r>
            <a:endParaRPr lang="hu-HU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16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hu-HU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Mintaszöveg szerkesztése</a:t>
            </a:r>
            <a:endParaRPr lang="hu-HU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dt" idx="43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ftr" idx="44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 type="sldNum" idx="45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28708F-965F-41F5-93F3-0A07833FFC33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B7D1927A-32D4-4159-8587-402C43F7B4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subTitle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8A83E666-F3E5-41C0-971B-C08691F175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121E8998-A58F-40CE-9674-09412878F8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88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89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90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91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ftr" idx="49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50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1B8C5D-2B6C-4416-AC4F-5482F19BF14E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dt" idx="51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303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04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305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306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indent="-324000"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ftr" idx="52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sldNum" idx="53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3AEB210-9E15-4624-9617-2D28809F9A0E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5"/>
          <p:cNvSpPr>
            <a:spLocks noGrp="1"/>
          </p:cNvSpPr>
          <p:nvPr>
            <p:ph type="dt" idx="54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3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5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6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cxnSp>
          <p:nvCxnSpPr>
            <p:cNvPr id="14" name="Straight Connector 16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15" name="Straight Connector 17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16" name="Freeform 18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 19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 20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 21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 22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 23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Freeform 24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27"/>
            <p:cNvSpPr/>
            <p:nvPr/>
          </p:nvSpPr>
          <p:spPr>
            <a:xfrm>
              <a:off x="-8640" y="-8640"/>
              <a:ext cx="862920" cy="5697360"/>
            </a:xfrm>
            <a:custGeom>
              <a:avLst/>
              <a:gdLst>
                <a:gd name="textAreaLeft" fmla="*/ 0 w 862920"/>
                <a:gd name="textAreaRight" fmla="*/ 863640 w 862920"/>
                <a:gd name="textAreaTop" fmla="*/ 0 h 5697360"/>
                <a:gd name="textAreaBottom" fmla="*/ 5698080 h 569736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446400"/>
            <a:ext cx="63471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8002A37-3A52-4E01-BA35-3F6435B2C212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indent="-324000"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roup 16"/>
          <p:cNvGrpSpPr/>
          <p:nvPr/>
        </p:nvGrpSpPr>
        <p:grpSpPr>
          <a:xfrm>
            <a:off x="-8640" y="-8640"/>
            <a:ext cx="9169200" cy="6874560"/>
            <a:chOff x="-8640" y="-8640"/>
            <a:chExt cx="9169200" cy="6874560"/>
          </a:xfrm>
        </p:grpSpPr>
        <p:sp>
          <p:nvSpPr>
            <p:cNvPr id="266" name="Freeform 6"/>
            <p:cNvSpPr/>
            <p:nvPr/>
          </p:nvSpPr>
          <p:spPr>
            <a:xfrm>
              <a:off x="-8640" y="4013280"/>
              <a:ext cx="456480" cy="2852640"/>
            </a:xfrm>
            <a:custGeom>
              <a:avLst/>
              <a:gdLst>
                <a:gd name="textAreaLeft" fmla="*/ 0 w 456480"/>
                <a:gd name="textAreaRight" fmla="*/ 457200 w 456480"/>
                <a:gd name="textAreaTop" fmla="*/ 0 h 2852640"/>
                <a:gd name="textAreaBottom" fmla="*/ 2853360 h 285264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67" name="Straight Connector 7"/>
            <p:cNvCxnSpPr/>
            <p:nvPr/>
          </p:nvCxnSpPr>
          <p:spPr>
            <a:xfrm flipV="1">
              <a:off x="5130720" y="4175280"/>
              <a:ext cx="4023000" cy="268344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cxnSp>
          <p:nvCxnSpPr>
            <p:cNvPr id="268" name="Straight Connector 8"/>
            <p:cNvCxnSpPr/>
            <p:nvPr/>
          </p:nvCxnSpPr>
          <p:spPr>
            <a:xfrm>
              <a:off x="7042680" y="0"/>
              <a:ext cx="1219680" cy="685872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sp>
          <p:nvSpPr>
            <p:cNvPr id="269" name="Freeform 9"/>
            <p:cNvSpPr/>
            <p:nvPr/>
          </p:nvSpPr>
          <p:spPr>
            <a:xfrm>
              <a:off x="6891840" y="0"/>
              <a:ext cx="2268720" cy="6865920"/>
            </a:xfrm>
            <a:custGeom>
              <a:avLst/>
              <a:gdLst>
                <a:gd name="textAreaLeft" fmla="*/ 0 w 2268720"/>
                <a:gd name="textAreaRight" fmla="*/ 2269440 w 2268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Freeform 10"/>
            <p:cNvSpPr/>
            <p:nvPr/>
          </p:nvSpPr>
          <p:spPr>
            <a:xfrm>
              <a:off x="7205040" y="-8640"/>
              <a:ext cx="1947600" cy="6865920"/>
            </a:xfrm>
            <a:custGeom>
              <a:avLst/>
              <a:gdLst>
                <a:gd name="textAreaLeft" fmla="*/ 0 w 1947600"/>
                <a:gd name="textAreaRight" fmla="*/ 1948320 w 19476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Freeform 11"/>
            <p:cNvSpPr/>
            <p:nvPr/>
          </p:nvSpPr>
          <p:spPr>
            <a:xfrm>
              <a:off x="6638040" y="3920040"/>
              <a:ext cx="2512800" cy="2937240"/>
            </a:xfrm>
            <a:custGeom>
              <a:avLst/>
              <a:gdLst>
                <a:gd name="textAreaLeft" fmla="*/ 0 w 2512800"/>
                <a:gd name="textAreaRight" fmla="*/ 2513520 w 2512800"/>
                <a:gd name="textAreaTop" fmla="*/ 0 h 2937240"/>
                <a:gd name="textAreaBottom" fmla="*/ 2937960 h 293724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Freeform 12"/>
            <p:cNvSpPr/>
            <p:nvPr/>
          </p:nvSpPr>
          <p:spPr>
            <a:xfrm>
              <a:off x="7010280" y="-8640"/>
              <a:ext cx="2142000" cy="6865920"/>
            </a:xfrm>
            <a:custGeom>
              <a:avLst/>
              <a:gdLst>
                <a:gd name="textAreaLeft" fmla="*/ 0 w 2142000"/>
                <a:gd name="textAreaRight" fmla="*/ 2142720 w 21420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Freeform 13"/>
            <p:cNvSpPr/>
            <p:nvPr/>
          </p:nvSpPr>
          <p:spPr>
            <a:xfrm>
              <a:off x="8295840" y="-8640"/>
              <a:ext cx="856800" cy="6865920"/>
            </a:xfrm>
            <a:custGeom>
              <a:avLst/>
              <a:gdLst>
                <a:gd name="textAreaLeft" fmla="*/ 0 w 856800"/>
                <a:gd name="textAreaRight" fmla="*/ 857520 w 8568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Freeform 14"/>
            <p:cNvSpPr/>
            <p:nvPr/>
          </p:nvSpPr>
          <p:spPr>
            <a:xfrm>
              <a:off x="8077320" y="-8640"/>
              <a:ext cx="1065960" cy="6865920"/>
            </a:xfrm>
            <a:custGeom>
              <a:avLst/>
              <a:gdLst>
                <a:gd name="textAreaLeft" fmla="*/ 0 w 1065960"/>
                <a:gd name="textAreaRight" fmla="*/ 1066680 w 106596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Freeform 15"/>
            <p:cNvSpPr/>
            <p:nvPr/>
          </p:nvSpPr>
          <p:spPr>
            <a:xfrm>
              <a:off x="8060400" y="4893840"/>
              <a:ext cx="1093320" cy="1963440"/>
            </a:xfrm>
            <a:custGeom>
              <a:avLst/>
              <a:gdLst>
                <a:gd name="textAreaLeft" fmla="*/ 0 w 1093320"/>
                <a:gd name="textAreaRight" fmla="*/ 1094040 w 1093320"/>
                <a:gd name="textAreaTop" fmla="*/ 0 h 1963440"/>
                <a:gd name="textAreaBottom" fmla="*/ 1964160 h 196344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720720"/>
            <a:ext cx="6347160" cy="10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indent="-324000" algn="l" defTabSz="457200"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ftr" idx="46"/>
          </p:nvPr>
        </p:nvSpPr>
        <p:spPr>
          <a:xfrm>
            <a:off x="609480" y="6041520"/>
            <a:ext cx="4622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sldNum" idx="47"/>
          </p:nvPr>
        </p:nvSpPr>
        <p:spPr>
          <a:xfrm>
            <a:off x="6444720" y="6041520"/>
            <a:ext cx="511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A57624-269A-4D42-8999-63D7697CCEF6}" type="slidenum">
              <a:rPr lang="hu-HU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 type="dt" idx="48"/>
          </p:nvPr>
        </p:nvSpPr>
        <p:spPr>
          <a:xfrm>
            <a:off x="5405400" y="6041520"/>
            <a:ext cx="68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  <p:sldLayoutId id="2147483667" r:id="rId3"/>
    <p:sldLayoutId id="2147483668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1130760" y="2404440"/>
            <a:ext cx="582588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77500" lnSpcReduction="19999"/>
          </a:bodyPr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Szoftverfejlesztő- és tesztelő vizsgaremek</a:t>
            </a:r>
            <a:br>
              <a:rPr sz="5400"/>
            </a:br>
            <a:r>
              <a:rPr lang="hu-HU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2026</a:t>
            </a:r>
            <a:endParaRPr lang="hu-HU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ubTitle"/>
          </p:nvPr>
        </p:nvSpPr>
        <p:spPr>
          <a:xfrm>
            <a:off x="1130760" y="4050720"/>
            <a:ext cx="5825880" cy="109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Konor Fuglovics, Gábriel Ujvárosi Katona,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Ujvárosi Katona Gábriel: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My part was to make a database  , the backend and gather the data.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Fuglovics Konor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My part was to make this presentation, and the frontend.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Presentation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 introduce you to our project, Third Gear.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 website where you can purchase vehicles.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Properties of the Page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need for registration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 checkout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Lots of varieties to choose from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User-friendly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Used applications/languages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HTML, CSS, JavaScript – For making the website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PHP, Apache – For creating the database and storing the data.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Bootstrap – Website design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Interface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1. Header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Search function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Menus (Home, categories, about)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Vehicle offers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Offers are randomized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hu-H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2.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Product menu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Vehicle categories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You can choose from lots of vehicles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Vehicle search results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Vehicles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Interface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lvl="1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3. Shopping cart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2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 and efficient cart system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lvl="1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4. About</a:t>
            </a:r>
            <a:endParaRPr lang="hu-H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2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Contact informations</a:t>
            </a:r>
            <a:endParaRPr lang="hu-H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Website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Our website is responsive, meets the modern browser standards, so that it can work on different browsers and mobile phones.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16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Testing</a:t>
            </a:r>
            <a:endParaRPr lang="hu-HU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16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 have tested our website on different browsers (Google Chrome, Opera, Firefox, etc.)</a:t>
            </a:r>
            <a:endParaRPr lang="hu-H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imenzió">
  <a:themeElements>
    <a:clrScheme name="Dimenzió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itchFamily="0" charset="1"/>
        <a:ea typeface=""/>
        <a:cs typeface=""/>
      </a:majorFont>
      <a:minorFont>
        <a:latin typeface="Trebuchet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Application>LibreOffice/26.2.2.2$Windows_X86_64 LibreOffice_project/1f77d10d6938fd34972958f64b2bcfa54f8b1ba5</Application>
  <AppVersion>15.0000</AppVersion>
  <Words>254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2026-03-25T10:14:55Z</dcterms:created>
  <dc:creator>Sound Crafter</dc:creator>
  <dc:description/>
  <dc:language>en-US</dc:language>
  <cp:lastModifiedBy/>
  <dcterms:modified xsi:type="dcterms:W3CDTF">2026-04-26T15:44:19Z</dcterms:modified>
  <cp:revision>44</cp:revision>
  <dc:subject/>
  <dc:title>Szoftverfejlesztő- és tesztelő vizsgaremek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12</vt:i4>
  </property>
</Properties>
</file>