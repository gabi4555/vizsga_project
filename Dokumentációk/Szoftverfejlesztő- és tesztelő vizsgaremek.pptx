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5" r:id="rId4"/>
    <p:sldMasterId id="2147483669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6.xml"/><Relationship Id="rId5" Type="http://schemas.openxmlformats.org/officeDocument/2006/relationships/slideMaster" Target="slideMasters/slideMaster17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35562D-89EA-4AB4-BA70-8C18D08E12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tartalomrés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32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3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34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35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30873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3869280" y="2160720"/>
            <a:ext cx="30873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F472070-EF01-4760-AEFF-1385FB17C18B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Összehasonlítá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49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0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51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52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2161080"/>
            <a:ext cx="30898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2737080"/>
            <a:ext cx="308988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866760" y="2161080"/>
            <a:ext cx="30898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3866760" y="2737080"/>
            <a:ext cx="308988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7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ftr" idx="8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sldNum" idx="9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7C74241-F9A1-4F72-8177-DB2ADB887466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sak cí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68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9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70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71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10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11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12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3AC1BEC-7A11-46AE-88D6-9C226B4FFF77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83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85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86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dt" idx="13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14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15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5F8CBDF-9804-4A7F-B9B5-0A9EF9231554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talomrész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97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8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99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00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1498680"/>
            <a:ext cx="2789640" cy="12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3571200" y="514800"/>
            <a:ext cx="3385440" cy="552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609480" y="2777040"/>
            <a:ext cx="2789640" cy="258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16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17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18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CBCAAB9-11ED-4683-83AD-3B934A845650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ép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14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5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16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17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4800600"/>
            <a:ext cx="634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6347160" cy="384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hu-HU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Kép beszúrásához kattintson az ikonra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09480" y="5367240"/>
            <a:ext cx="6347160" cy="67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dt" idx="19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ftr" idx="20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sldNum" idx="21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45FE171-772A-400F-A3DA-F012328FD85D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ím és képaláírá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31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2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33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34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34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4470480"/>
            <a:ext cx="634716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22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23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24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9B4384-083E-4142-8BEE-FBE2268CBB41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dézet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47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8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49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50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74720" y="609480"/>
            <a:ext cx="607140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101240" y="3632040"/>
            <a:ext cx="541908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09480" y="4470480"/>
            <a:ext cx="634716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dt" idx="25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ftr" idx="26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sldNum" idx="27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6247B7-5F8C-41C1-A0F3-C76B83902B3C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482760" y="79020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6747840" y="288648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évkárty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66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67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68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69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1932120"/>
            <a:ext cx="6347160" cy="25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28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29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30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F7C7DC6-D7AE-4B21-B181-ABF634771EE1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évkártya idézet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82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83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84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85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74720" y="609480"/>
            <a:ext cx="607140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09480" y="4013280"/>
            <a:ext cx="634716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dt" idx="31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ftr" idx="32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6"/>
          <p:cNvSpPr>
            <a:spLocks noGrp="1"/>
          </p:cNvSpPr>
          <p:nvPr>
            <p:ph type="sldNum" idx="33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3860E4D-F417-4780-86AE-5F0BC3F6D490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TextBox 23"/>
          <p:cNvSpPr/>
          <p:nvPr/>
        </p:nvSpPr>
        <p:spPr>
          <a:xfrm>
            <a:off x="482760" y="79020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4"/>
          <p:cNvSpPr/>
          <p:nvPr/>
        </p:nvSpPr>
        <p:spPr>
          <a:xfrm>
            <a:off x="6747840" y="288648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gaz vagy ham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01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2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03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04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15960" y="609480"/>
            <a:ext cx="634068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4013280"/>
            <a:ext cx="634716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4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5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6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EAD664B-4844-4687-8F88-A07C61CE1535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Cím és függőleges szöve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18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19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20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21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dt" idx="37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38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sldNum" idx="39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C1B3A7-2361-47BC-A52D-DE2A223AF955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Függőleges cím és szöve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34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5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36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37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977440" y="609480"/>
            <a:ext cx="97812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519444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dt" idx="40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ftr" idx="41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sldNum" idx="42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BC5775-41CE-4C6E-AA27-80EC86099E48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zakaszfejlé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50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51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52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53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09480" y="2700720"/>
            <a:ext cx="6347160" cy="18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dt" idx="43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ftr" idx="44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 type="sldNum" idx="45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CCD7873-618B-4734-AD3B-CD92D6CE4CB3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F5843538-3084-406D-9458-4EEB3A7BA5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subTitle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8FB5B957-EB9A-4D35-8D56-858D884B30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E9242F28-B366-4B08-A6FA-653437B645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88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89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90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91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ftr" idx="49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50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6B4208B-AC6D-4090-967A-A89B034BDF7E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dt" idx="51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303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4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305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306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indent="-324000"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ftr" idx="52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sldNum" idx="53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3520600-043D-45ED-A03F-8C73E53655E6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dt" idx="54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3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5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6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cxnSp>
          <p:nvCxnSpPr>
            <p:cNvPr id="14" name="Straight Connector 16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5" name="Straight Connector 17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6" name="Freeform 18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 19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 20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 21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 22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 23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Freeform 24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27"/>
            <p:cNvSpPr/>
            <p:nvPr/>
          </p:nvSpPr>
          <p:spPr>
            <a:xfrm>
              <a:off x="-8640" y="-8640"/>
              <a:ext cx="862920" cy="5697360"/>
            </a:xfrm>
            <a:custGeom>
              <a:avLst/>
              <a:gdLst>
                <a:gd name="textAreaLeft" fmla="*/ 0 w 862920"/>
                <a:gd name="textAreaRight" fmla="*/ 863640 w 862920"/>
                <a:gd name="textAreaTop" fmla="*/ 0 h 5697360"/>
                <a:gd name="textAreaBottom" fmla="*/ 5698080 h 569736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446400"/>
            <a:ext cx="634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98A4BD-76AC-434D-8E42-7D2B99CD266F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indent="-324000"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66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67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68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69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indent="-324000"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ftr" idx="46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sldNum" idx="47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462C60-0FAD-4A22-93B4-6334339A02FC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 type="dt" idx="48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  <p:sldLayoutId id="2147483667" r:id="rId3"/>
    <p:sldLayoutId id="2147483668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1130760" y="2404440"/>
            <a:ext cx="582588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77500" lnSpcReduction="19999"/>
          </a:bodyPr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Szoftverfejlesztő- és tesztelő vizsgaremek</a:t>
            </a:r>
            <a:br>
              <a:rPr sz="5400"/>
            </a:br>
            <a:r>
              <a: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2026</a:t>
            </a:r>
            <a:endParaRPr lang="hu-HU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ubTitle"/>
          </p:nvPr>
        </p:nvSpPr>
        <p:spPr>
          <a:xfrm>
            <a:off x="1130760" y="4050720"/>
            <a:ext cx="5825880" cy="109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Fuglovics Konor, Uivárosi Katona Gábriel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Uivárosi Katona Gábriel: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Nekem az adatbázist és a backend-et kellet létrehoznom és az adatokat összegüjtenem.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Fuglovics Konor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Az én feladatom a prezentáció elkészítése volt a projekthez és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Én csináltam meg a frontendet és a weboldal dizájnt.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Bootstrap-et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használtam</a:t>
            </a: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, hogy reszponzív legyen a weboldal.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Prezentáció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Bemutatjuk a Third Gear nevű webshopot.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Egy weboldal, ahol járműveket lehet vásárolni, egyszerűen és hatékonyan.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Az oldal tulajdonságai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Nem kell regisztrálni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Gyors fizetés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Nagy választék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Felhasználó-barát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Használt alkalmazások/programnyelvek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HTML, CSS, JavaScript – Weboldal elkészítése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PHP, Apache – Adatbázis létrehozása, valamint a kigyűjtött adatok eltárolása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Bootstrap – Weboldal dizájn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Kezelőfelület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1. Fejléc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Keresés funkció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Menük (Kezdőlap, kategóriák, rólunk)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Jármű ajánlások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Véletlenszerű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2.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Termék oldalak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Járműkategóriák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Sok fajta járművekből lehet választani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Jármű keresési eredmények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Járművek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Kezelőfelület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lvl="1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3. Kosár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2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Hatékony kosár rendszer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lvl="1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4. Lábléc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2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Elérhetőségek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Weboldal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 weboldalunk rezponzív, modern böngésző szabványoknak megfelel, így különböző böngészőkön és telefonokon is működik.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Tesztelések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 weboldalt többféle böngészőkön teszteltük (Google Chrome, Opera, Firefox, stb) 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133</TotalTime>
  <Application>LibreOffice/26.2.2.2$Windows_X86_64 LibreOffice_project/1f77d10d6938fd34972958f64b2bcfa54f8b1ba5</Application>
  <AppVersion>15.0000</AppVersion>
  <Words>224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2026-03-25T10:14:55Z</dcterms:created>
  <dc:creator>Sound Crafter</dc:creator>
  <dc:description/>
  <dc:language>en-US</dc:language>
  <cp:lastModifiedBy/>
  <dcterms:modified xsi:type="dcterms:W3CDTF">2026-04-26T15:44:43Z</dcterms:modified>
  <cp:revision>52</cp:revision>
  <dc:subject/>
  <dc:title>Szoftverfejlesztő- és tesztelő vizsgaremek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12</vt:i4>
  </property>
</Properties>
</file>