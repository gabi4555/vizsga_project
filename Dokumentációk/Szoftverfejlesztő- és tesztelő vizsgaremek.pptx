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65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9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E54D583-7A45-4BB8-96D8-7525191EED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ím és képaláírá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32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3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34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35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340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4470480"/>
            <a:ext cx="6347520" cy="157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4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5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6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684FEFF-0657-4F5B-B79D-72A8457C3C14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dézet képaláíráss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48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9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50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51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774720" y="609480"/>
            <a:ext cx="6071760" cy="3022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1101240" y="3632040"/>
            <a:ext cx="541944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09480" y="4470480"/>
            <a:ext cx="6347520" cy="157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7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8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9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977515-0BE6-4F30-A434-95DCC24190DF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TextBox 23"/>
          <p:cNvSpPr/>
          <p:nvPr/>
        </p:nvSpPr>
        <p:spPr>
          <a:xfrm>
            <a:off x="482760" y="790200"/>
            <a:ext cx="4568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4"/>
          <p:cNvSpPr/>
          <p:nvPr/>
        </p:nvSpPr>
        <p:spPr>
          <a:xfrm>
            <a:off x="6747840" y="2886480"/>
            <a:ext cx="4568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évkárty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67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8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69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70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1932120"/>
            <a:ext cx="6347520" cy="25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4527360"/>
            <a:ext cx="6347520" cy="151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dt" idx="10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ftr" idx="11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sldNum" idx="12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01F714-5611-44DA-AE0D-025A2C7ADFD1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évkártya idézet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83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4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85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86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774720" y="609480"/>
            <a:ext cx="6071760" cy="3022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4013280"/>
            <a:ext cx="6347520" cy="5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24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09480" y="4527360"/>
            <a:ext cx="6347520" cy="151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dt" idx="13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ftr" idx="14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sldNum" idx="15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49502B-1975-470A-B7C7-23C07657DDD5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TextBox 23"/>
          <p:cNvSpPr/>
          <p:nvPr/>
        </p:nvSpPr>
        <p:spPr>
          <a:xfrm>
            <a:off x="482760" y="790200"/>
            <a:ext cx="4568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24"/>
          <p:cNvSpPr/>
          <p:nvPr/>
        </p:nvSpPr>
        <p:spPr>
          <a:xfrm>
            <a:off x="6747840" y="2886480"/>
            <a:ext cx="4568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gaz vagy ham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102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03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104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105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15960" y="609480"/>
            <a:ext cx="6341040" cy="3022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4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609480" y="4013280"/>
            <a:ext cx="6347520" cy="5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24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body"/>
          </p:nvPr>
        </p:nvSpPr>
        <p:spPr>
          <a:xfrm>
            <a:off x="609480" y="4527360"/>
            <a:ext cx="6347520" cy="151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 type="dt" idx="16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 type="ftr" idx="17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6"/>
          <p:cNvSpPr>
            <a:spLocks noGrp="1"/>
          </p:cNvSpPr>
          <p:nvPr>
            <p:ph type="sldNum" idx="18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20D7864-6D43-456E-A851-854857E3FA15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Cím és függőleges szöve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119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20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121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122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Második szint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Harmadik szint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Negyedik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Ötödik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dt" idx="19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ftr" idx="20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sldNum" idx="21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479DE8-BD25-4009-AF1D-3D4B923763F0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Függőleges cím és szöve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135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36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137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138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977440" y="609480"/>
            <a:ext cx="978480" cy="52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09480" y="609480"/>
            <a:ext cx="5194800" cy="52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Második szint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Harmadik szint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Negyedik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Ötödik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dt" idx="22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ftr" idx="23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sldNum" idx="24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15C4A3E-1AE8-4CE1-AC61-F7687FA763D8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zakaszfejlé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173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74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175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176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2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09480" y="2700720"/>
            <a:ext cx="6347520" cy="182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hu-HU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40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09480" y="4527360"/>
            <a:ext cx="6347520" cy="86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20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dt" idx="28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ftr" idx="29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 type="sldNum" idx="30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6B3A7EE-5819-48CB-B3C9-5B87B2853DFB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2 tartalomrész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189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90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191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192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4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8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09480" y="2160720"/>
            <a:ext cx="30877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Második szint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Harmadik szint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Negyedik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Ötödik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3869280" y="2160720"/>
            <a:ext cx="30877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Második szint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Harmadik szint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Negyedik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Ötödik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dt" idx="31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 type="ftr" idx="32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PlaceHolder 6"/>
          <p:cNvSpPr>
            <a:spLocks noGrp="1"/>
          </p:cNvSpPr>
          <p:nvPr>
            <p:ph type="sldNum" idx="33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2972CF2-FDB1-4ADA-8E9C-815446C75745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Összehasonlítá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206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07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208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209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1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5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09480" y="2161080"/>
            <a:ext cx="309024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body"/>
          </p:nvPr>
        </p:nvSpPr>
        <p:spPr>
          <a:xfrm>
            <a:off x="609480" y="2737080"/>
            <a:ext cx="3090240" cy="330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Második szint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Harmadik szint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Negyedik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Ötödik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 type="body"/>
          </p:nvPr>
        </p:nvSpPr>
        <p:spPr>
          <a:xfrm>
            <a:off x="3866760" y="2161080"/>
            <a:ext cx="309024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20" name="PlaceHolder 5"/>
          <p:cNvSpPr>
            <a:spLocks noGrp="1"/>
          </p:cNvSpPr>
          <p:nvPr>
            <p:ph type="body"/>
          </p:nvPr>
        </p:nvSpPr>
        <p:spPr>
          <a:xfrm>
            <a:off x="3866760" y="2737080"/>
            <a:ext cx="3090240" cy="330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Második szint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Harmadik szint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Negyedik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Ötödik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21" name="PlaceHolder 6"/>
          <p:cNvSpPr>
            <a:spLocks noGrp="1"/>
          </p:cNvSpPr>
          <p:nvPr>
            <p:ph type="dt" idx="34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PlaceHolder 7"/>
          <p:cNvSpPr>
            <a:spLocks noGrp="1"/>
          </p:cNvSpPr>
          <p:nvPr>
            <p:ph type="ftr" idx="35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PlaceHolder 8"/>
          <p:cNvSpPr>
            <a:spLocks noGrp="1"/>
          </p:cNvSpPr>
          <p:nvPr>
            <p:ph type="sldNum" idx="36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524D06C-C292-46E6-8B44-0474A33F3A31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Csak cí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4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225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26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227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228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9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0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1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2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3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4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 type="dt" idx="37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ftr" idx="38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PlaceHolder 4"/>
          <p:cNvSpPr>
            <a:spLocks noGrp="1"/>
          </p:cNvSpPr>
          <p:nvPr>
            <p:ph type="sldNum" idx="39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D88BA19-406D-4352-ABD9-8CEA0C6B94CB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r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240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41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242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243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4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5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8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9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0" name="PlaceHolder 1"/>
          <p:cNvSpPr>
            <a:spLocks noGrp="1"/>
          </p:cNvSpPr>
          <p:nvPr>
            <p:ph type="dt" idx="40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ftr" idx="41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42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ED0FEF-C875-4822-9AF3-70670146C24E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rtalomrész képaláíráss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254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55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256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257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8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9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0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1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1498680"/>
            <a:ext cx="2790000" cy="127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hu-HU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20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3571200" y="514800"/>
            <a:ext cx="3385800" cy="552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Második szint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Harmadik szint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Negyedik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Ötödik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body"/>
          </p:nvPr>
        </p:nvSpPr>
        <p:spPr>
          <a:xfrm>
            <a:off x="609480" y="2777040"/>
            <a:ext cx="2790000" cy="258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dt" idx="43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ftr" idx="44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PlaceHolder 6"/>
          <p:cNvSpPr>
            <a:spLocks noGrp="1"/>
          </p:cNvSpPr>
          <p:nvPr>
            <p:ph type="sldNum" idx="45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6D3680-94F9-44C1-B71A-4FADD0F0E007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ép képaláíráss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0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271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72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273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274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5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7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8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9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0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09480" y="4800600"/>
            <a:ext cx="634752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hu-HU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2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09480" y="609480"/>
            <a:ext cx="6347520" cy="3845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hu-HU" sz="1600" b="0" u="none" strike="noStrike">
                <a:solidFill>
                  <a:schemeClr val="dk1"/>
                </a:solidFill>
                <a:effectLst/>
                <a:uFillTx/>
                <a:latin typeface="Trebuchet MS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Kép beszúrásához kattintson az ikonra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body"/>
          </p:nvPr>
        </p:nvSpPr>
        <p:spPr>
          <a:xfrm>
            <a:off x="609480" y="5367240"/>
            <a:ext cx="6347520" cy="673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 type="dt" idx="46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PlaceHolder 5"/>
          <p:cNvSpPr>
            <a:spLocks noGrp="1"/>
          </p:cNvSpPr>
          <p:nvPr>
            <p:ph type="ftr" idx="47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PlaceHolder 6"/>
          <p:cNvSpPr>
            <a:spLocks noGrp="1"/>
          </p:cNvSpPr>
          <p:nvPr>
            <p:ph type="sldNum" idx="48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CE23DCC-3760-4F47-BBC0-9B7A4D82BFC1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0F6B474-7F74-4A31-9118-3B66347980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subTitle"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AB40A5D-AE67-413C-ADE3-CDEF850851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</a:pP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457200"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34F4E4A-B9AE-420D-BF6A-F03310E3AE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3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5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6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cxnSp>
          <p:nvCxnSpPr>
            <p:cNvPr id="14" name="Straight Connector 16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15" name="Straight Connector 17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16" name="Freeform 18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Freeform 19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Freeform 20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Freeform 21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Freeform 22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Freeform 23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Freeform 24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Freeform 27"/>
            <p:cNvSpPr/>
            <p:nvPr/>
          </p:nvSpPr>
          <p:spPr>
            <a:xfrm>
              <a:off x="-8640" y="-8640"/>
              <a:ext cx="863280" cy="5697720"/>
            </a:xfrm>
            <a:custGeom>
              <a:avLst/>
              <a:gdLst>
                <a:gd name="textAreaLeft" fmla="*/ 0 w 863280"/>
                <a:gd name="textAreaRight" fmla="*/ 863640 w 863280"/>
                <a:gd name="textAreaTop" fmla="*/ 0 h 5697720"/>
                <a:gd name="textAreaBottom" fmla="*/ 5698080 h 5697720"/>
              </a:gdLst>
              <a:ahLst/>
              <a:cxnLst/>
              <a:rect l="textAreaLeft" t="textAreaTop" r="textAreaRight" b="textAreaBottom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130760" y="2404440"/>
            <a:ext cx="5826240" cy="164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5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dt" idx="1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2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3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0774A2-8BDE-468C-B9BA-D1B0CF1543CA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7pPr>
          </a:lstStyle>
          <a:p>
            <a:pPr marL="343080" indent="-343080" algn="l" defTabSz="457200"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the outline text format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864000" lvl="1" indent="-324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Outline Level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296000" lvl="2" indent="-288000" algn="l" defTabSz="457200"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Outline Level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728000" lvl="3" indent="-216000" algn="l" defTabSz="457200"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Outline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160000" lvl="4" indent="-216000" algn="l" defTabSz="457200"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Outline Level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Sixth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Seventh Outline Level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6"/>
          <p:cNvGrpSpPr/>
          <p:nvPr/>
        </p:nvGrpSpPr>
        <p:grpSpPr>
          <a:xfrm>
            <a:off x="-8640" y="-8640"/>
            <a:ext cx="9169560" cy="6874920"/>
            <a:chOff x="-8640" y="-8640"/>
            <a:chExt cx="9169560" cy="6874920"/>
          </a:xfrm>
        </p:grpSpPr>
        <p:sp>
          <p:nvSpPr>
            <p:cNvPr id="151" name="Freeform 6"/>
            <p:cNvSpPr/>
            <p:nvPr/>
          </p:nvSpPr>
          <p:spPr>
            <a:xfrm>
              <a:off x="-8640" y="4013280"/>
              <a:ext cx="456840" cy="285300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2853000"/>
                <a:gd name="textAreaBottom" fmla="*/ 2853360 h 2853000"/>
              </a:gdLst>
              <a:ahLst/>
              <a:cxnLst/>
              <a:rect l="textAreaLeft" t="textAreaTop" r="textAreaRight" b="textAreaBottom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52" name="Straight Connector 7"/>
            <p:cNvCxnSpPr/>
            <p:nvPr/>
          </p:nvCxnSpPr>
          <p:spPr>
            <a:xfrm flipV="1">
              <a:off x="5130720" y="4175280"/>
              <a:ext cx="4022640" cy="268308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cxnSp>
          <p:nvCxnSpPr>
            <p:cNvPr id="153" name="Straight Connector 8"/>
            <p:cNvCxnSpPr/>
            <p:nvPr/>
          </p:nvCxnSpPr>
          <p:spPr>
            <a:xfrm>
              <a:off x="7042680" y="0"/>
              <a:ext cx="121932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sp>
          <p:nvSpPr>
            <p:cNvPr id="154" name="Freeform 9"/>
            <p:cNvSpPr/>
            <p:nvPr/>
          </p:nvSpPr>
          <p:spPr>
            <a:xfrm>
              <a:off x="6891840" y="0"/>
              <a:ext cx="2269080" cy="6866280"/>
            </a:xfrm>
            <a:custGeom>
              <a:avLst/>
              <a:gdLst>
                <a:gd name="textAreaLeft" fmla="*/ 0 w 2269080"/>
                <a:gd name="textAreaRight" fmla="*/ 2269440 w 2269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Freeform 10"/>
            <p:cNvSpPr/>
            <p:nvPr/>
          </p:nvSpPr>
          <p:spPr>
            <a:xfrm>
              <a:off x="7205040" y="-8640"/>
              <a:ext cx="1947960" cy="6866280"/>
            </a:xfrm>
            <a:custGeom>
              <a:avLst/>
              <a:gdLst>
                <a:gd name="textAreaLeft" fmla="*/ 0 w 1947960"/>
                <a:gd name="textAreaRight" fmla="*/ 1948320 w 19479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Freeform 11"/>
            <p:cNvSpPr/>
            <p:nvPr/>
          </p:nvSpPr>
          <p:spPr>
            <a:xfrm>
              <a:off x="6638040" y="3920040"/>
              <a:ext cx="2513160" cy="2937600"/>
            </a:xfrm>
            <a:custGeom>
              <a:avLst/>
              <a:gdLst>
                <a:gd name="textAreaLeft" fmla="*/ 0 w 2513160"/>
                <a:gd name="textAreaRight" fmla="*/ 2513520 w 2513160"/>
                <a:gd name="textAreaTop" fmla="*/ 0 h 2937600"/>
                <a:gd name="textAreaBottom" fmla="*/ 2937960 h 2937600"/>
              </a:gdLst>
              <a:ahLst/>
              <a:cxnLst/>
              <a:rect l="textAreaLeft" t="textAreaTop" r="textAreaRight" b="textAreaBottom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Freeform 12"/>
            <p:cNvSpPr/>
            <p:nvPr/>
          </p:nvSpPr>
          <p:spPr>
            <a:xfrm>
              <a:off x="7010280" y="-8640"/>
              <a:ext cx="2142360" cy="6866280"/>
            </a:xfrm>
            <a:custGeom>
              <a:avLst/>
              <a:gdLst>
                <a:gd name="textAreaLeft" fmla="*/ 0 w 2142360"/>
                <a:gd name="textAreaRight" fmla="*/ 2142720 w 21423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Freeform 13"/>
            <p:cNvSpPr/>
            <p:nvPr/>
          </p:nvSpPr>
          <p:spPr>
            <a:xfrm>
              <a:off x="8295840" y="-8640"/>
              <a:ext cx="857160" cy="6866280"/>
            </a:xfrm>
            <a:custGeom>
              <a:avLst/>
              <a:gdLst>
                <a:gd name="textAreaLeft" fmla="*/ 0 w 857160"/>
                <a:gd name="textAreaRight" fmla="*/ 857520 w 8571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Freeform 14"/>
            <p:cNvSpPr/>
            <p:nvPr/>
          </p:nvSpPr>
          <p:spPr>
            <a:xfrm>
              <a:off x="8077320" y="-8640"/>
              <a:ext cx="1066320" cy="6866280"/>
            </a:xfrm>
            <a:custGeom>
              <a:avLst/>
              <a:gdLst>
                <a:gd name="textAreaLeft" fmla="*/ 0 w 1066320"/>
                <a:gd name="textAreaRight" fmla="*/ 1066680 w 106632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Freeform 15"/>
            <p:cNvSpPr/>
            <p:nvPr/>
          </p:nvSpPr>
          <p:spPr>
            <a:xfrm>
              <a:off x="8060400" y="4893840"/>
              <a:ext cx="1093680" cy="1963800"/>
            </a:xfrm>
            <a:custGeom>
              <a:avLst/>
              <a:gdLst>
                <a:gd name="textAreaLeft" fmla="*/ 0 w 1093680"/>
                <a:gd name="textAreaRight" fmla="*/ 1094040 w 1093680"/>
                <a:gd name="textAreaTop" fmla="*/ 0 h 1963800"/>
                <a:gd name="textAreaBottom" fmla="*/ 1964160 h 1963800"/>
              </a:gdLst>
              <a:ahLst/>
              <a:cxnLst/>
              <a:rect l="textAreaLeft" t="textAreaTop" r="textAreaRight" b="textAreaBottom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Mintacím szerkesztése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  <a:def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Mintaszöveg szerkesztése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Második szint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Harmadik szint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Negyedik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Ötödik szint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25"/>
          </p:nvPr>
        </p:nvSpPr>
        <p:spPr>
          <a:xfrm>
            <a:off x="5405400" y="6041520"/>
            <a:ext cx="68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u-H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ftr" idx="26"/>
          </p:nvPr>
        </p:nvSpPr>
        <p:spPr>
          <a:xfrm>
            <a:off x="609480" y="6041520"/>
            <a:ext cx="4622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sldNum" idx="27"/>
          </p:nvPr>
        </p:nvSpPr>
        <p:spPr>
          <a:xfrm>
            <a:off x="6444720" y="6041520"/>
            <a:ext cx="51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B88369-91DD-41B3-B8ED-BDA91D8842D5}" type="slidenum">
              <a:rPr lang="hu-HU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2"/>
    <p:sldLayoutId id="2147483667" r:id="rId3"/>
    <p:sldLayoutId id="2147483668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1130760" y="2404440"/>
            <a:ext cx="5826240" cy="164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77500" lnSpcReduction="19999"/>
          </a:bodyPr>
          <a:p>
            <a:pPr indent="0" algn="r" defTabSz="457200">
              <a:lnSpc>
                <a:spcPct val="100000"/>
              </a:lnSpc>
              <a:buNone/>
            </a:pPr>
            <a:r>
              <a:rPr lang="hu-HU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Szoftverfejlesztő- és tesztelő vizsgaremek</a:t>
            </a:r>
            <a:br>
              <a:rPr sz="5400"/>
            </a:br>
            <a:r>
              <a:rPr lang="hu-HU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2026</a:t>
            </a:r>
            <a:endParaRPr lang="en-US" sz="54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ubTitle"/>
          </p:nvPr>
        </p:nvSpPr>
        <p:spPr>
          <a:xfrm>
            <a:off x="1130760" y="4050720"/>
            <a:ext cx="5826240" cy="109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Fuglovics Konor, Uivárosi Katona Gábriel</a:t>
            </a:r>
            <a:endParaRPr lang="en-US" sz="1800" b="0" u="none" strike="noStrike">
              <a:solidFill>
                <a:schemeClr val="dk1">
                  <a:lumMod val="50000"/>
                  <a:lumOff val="50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Uivárosi Katona Gábriel: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Nekem az adatbázist és a backend-et kellet létrehoznom és az adatokat összegüjtenem.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Fuglovics Konor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Az én feladatom a prezentáció elkészítése volt a projekthez és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1001"/>
              </a:spcBef>
              <a:buNone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Én csináltam meg a frontendet és a weboldal dizájnt.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Bootstrap-et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használtam</a:t>
            </a: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, hogy reszponzív legyen a weboldal.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Prezentáció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Bemutatjuk a Third Gear nevű webshopot.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Egy weboldal, ahol járműveket lehet vásárolni, egyszerűen és hatékonyan.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hu-HU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Az oldal tuajdonságai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-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Nem kell regisztrálni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-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Gyors fizetés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-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Nagy választék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-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Felhasználó-barát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Használt alkalmazások/programnyelvek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HTML, CSS, JavaScript – Weboldal elkészítése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PHP, Apache – Adatbázis létrehozása, valamint a kigyűjtött adatok eltárolása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Bootstrap – Weboldal dizájn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</a:pP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Kezelőfelület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1. Fejléc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Keresés funkció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Menük (Kezdőlap, kategóriák, rólunk)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Jármű ajánlások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Véletlenszerű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hu-HU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2. </a:t>
            </a: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Termék oldalak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Járműkategóriák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Sok fajta járművekből lehet választani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Jármű keresési eredmények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Járművek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Kezelőfelület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lvl="1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Arial"/>
              <a:buChar char="•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3. Kosár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2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Hatékony kosár rendszer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343080" lvl="1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Arial"/>
              <a:buChar char="•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4. Lábléc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lvl="2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Elérhetőségek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</a:pP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Weboldal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 weboldalunk rezponzív, modern böngésző szabványoknak megfelel, így különböző böngészőkön és telefonokon is működik.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609480" y="609480"/>
            <a:ext cx="634752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Tesztelések</a:t>
            </a:r>
            <a:endParaRPr lang="en-US" sz="3600" b="0" u="none" strike="noStrike">
              <a:solidFill>
                <a:schemeClr val="accent1"/>
              </a:solidFill>
              <a:effectLst/>
              <a:uFillTx/>
              <a:latin typeface="Trebuchet MS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609480" y="2160720"/>
            <a:ext cx="634752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 weboldalt többféle böngészőkön teszteltük (Google Chrome, Opera, Firefox, stb) 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imenzió">
  <a:themeElements>
    <a:clrScheme name="Dimenzió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itchFamily="0" charset="1"/>
        <a:ea typeface=""/>
        <a:cs typeface=""/>
      </a:majorFont>
      <a:minorFont>
        <a:latin typeface="Trebuchet M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imenzió">
  <a:themeElements>
    <a:clrScheme name="Dimenzió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itchFamily="0" charset="1"/>
        <a:ea typeface=""/>
        <a:cs typeface=""/>
      </a:majorFont>
      <a:minorFont>
        <a:latin typeface="Trebuchet M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imenzió">
  <a:themeElements>
    <a:clrScheme name="Dimenzió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itchFamily="0" charset="1"/>
        <a:ea typeface=""/>
        <a:cs typeface=""/>
      </a:majorFont>
      <a:minorFont>
        <a:latin typeface="Trebuchet M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133</TotalTime>
  <Application>LibreOffice/26.2.2.2$Windows_X86_64 LibreOffice_project/1f77d10d6938fd34972958f64b2bcfa54f8b1ba5</Application>
  <AppVersion>15.0000</AppVersion>
  <Words>224</Words>
  <Paragraphs>44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2026-03-25T10:14:55Z</dcterms:created>
  <dc:creator>Sound Crafter</dc:creator>
  <dc:description/>
  <dc:language>en-US</dc:language>
  <cp:lastModifiedBy/>
  <dcterms:modified xsi:type="dcterms:W3CDTF">2026-04-26T15:11:43Z</dcterms:modified>
  <cp:revision>50</cp:revision>
  <dc:subject/>
  <dc:title>Szoftverfejlesztő- és tesztelő vizsgaremek 2026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12</vt:i4>
  </property>
</Properties>
</file>